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embeddings/oleObject3.bin" ContentType="application/vnd.openxmlformats-officedocument.oleObject"/>
  <Override PartName="/ppt/embeddings/oleObject4.bin" ContentType="application/vnd.openxmlformats-officedocument.oleObject"/>
  <Override PartName="/ppt/media/image17.svg" ContentType="image/svg+xml"/>
  <Override PartName="/ppt/media/image18.svg" ContentType="image/svg+xml"/>
  <Override PartName="/ppt/media/image19.svg" ContentType="image/svg+xml"/>
  <Override PartName="/ppt/media/image2.svg" ContentType="image/svg+xml"/>
  <Override PartName="/ppt/media/image22.svg" ContentType="image/svg+xml"/>
  <Override PartName="/ppt/media/image3.svg" ContentType="image/svg+xml"/>
  <Override PartName="/ppt/media/image4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82" r:id="rId2"/>
    <p:sldMasterId id="2147483721" r:id="rId3"/>
  </p:sldMasterIdLst>
  <p:notesMasterIdLst>
    <p:notesMasterId r:id="rId8"/>
  </p:notesMasterIdLst>
  <p:sldIdLst>
    <p:sldId id="214747979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E2E54E4-065F-4960-AF51-367DD484DD94}" v="5" dt="2026-05-15T10:05:58.56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microsoft.com/office/2016/11/relationships/changesInfo" Target="changesInfos/changesInfo1.xml"/><Relationship Id="rId14" Type="http://schemas.microsoft.com/office/2015/10/relationships/revisionInfo" Target="revisionInfo.xml"/><Relationship Id="rId15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ui, Ziwen" userId="df483861-e123-4e2f-9e7d-2e1debabe1c3" providerId="ADAL" clId="{A7D1E7F2-5C8E-42C8-BFB6-120106A75C0B}"/>
    <pc:docChg chg="undo custSel mod addSld delSld modSld delMainMaster modMainMaster">
      <pc:chgData name="Cui, Ziwen" userId="df483861-e123-4e2f-9e7d-2e1debabe1c3" providerId="ADAL" clId="{A7D1E7F2-5C8E-42C8-BFB6-120106A75C0B}" dt="2026-05-15T10:05:59.905" v="17" actId="47"/>
      <pc:docMkLst>
        <pc:docMk/>
      </pc:docMkLst>
      <pc:sldChg chg="add del">
        <pc:chgData name="Cui, Ziwen" userId="df483861-e123-4e2f-9e7d-2e1debabe1c3" providerId="ADAL" clId="{A7D1E7F2-5C8E-42C8-BFB6-120106A75C0B}" dt="2026-05-15T10:05:00.561" v="12"/>
        <pc:sldMkLst>
          <pc:docMk/>
          <pc:sldMk cId="3853168014" sldId="262"/>
        </pc:sldMkLst>
      </pc:sldChg>
      <pc:sldChg chg="add del">
        <pc:chgData name="Cui, Ziwen" userId="df483861-e123-4e2f-9e7d-2e1debabe1c3" providerId="ADAL" clId="{A7D1E7F2-5C8E-42C8-BFB6-120106A75C0B}" dt="2026-05-15T10:00:37.568" v="4" actId="47"/>
        <pc:sldMkLst>
          <pc:docMk/>
          <pc:sldMk cId="3989189933" sldId="311"/>
        </pc:sldMkLst>
      </pc:sldChg>
      <pc:sldChg chg="new add del">
        <pc:chgData name="Cui, Ziwen" userId="df483861-e123-4e2f-9e7d-2e1debabe1c3" providerId="ADAL" clId="{A7D1E7F2-5C8E-42C8-BFB6-120106A75C0B}" dt="2026-05-15T10:05:59.905" v="17" actId="47"/>
        <pc:sldMkLst>
          <pc:docMk/>
          <pc:sldMk cId="965325906" sldId="312"/>
        </pc:sldMkLst>
      </pc:sldChg>
      <pc:sldChg chg="new del">
        <pc:chgData name="Cui, Ziwen" userId="df483861-e123-4e2f-9e7d-2e1debabe1c3" providerId="ADAL" clId="{A7D1E7F2-5C8E-42C8-BFB6-120106A75C0B}" dt="2026-05-15T10:05:46.943" v="13" actId="47"/>
        <pc:sldMkLst>
          <pc:docMk/>
          <pc:sldMk cId="2131600072" sldId="313"/>
        </pc:sldMkLst>
      </pc:sldChg>
      <pc:sldChg chg="add del">
        <pc:chgData name="Cui, Ziwen" userId="df483861-e123-4e2f-9e7d-2e1debabe1c3" providerId="ADAL" clId="{A7D1E7F2-5C8E-42C8-BFB6-120106A75C0B}" dt="2026-05-15T10:05:00.561" v="12"/>
        <pc:sldMkLst>
          <pc:docMk/>
          <pc:sldMk cId="509482950" sldId="371"/>
        </pc:sldMkLst>
      </pc:sldChg>
      <pc:sldChg chg="add del">
        <pc:chgData name="Cui, Ziwen" userId="df483861-e123-4e2f-9e7d-2e1debabe1c3" providerId="ADAL" clId="{A7D1E7F2-5C8E-42C8-BFB6-120106A75C0B}" dt="2026-05-15T10:05:00.561" v="12"/>
        <pc:sldMkLst>
          <pc:docMk/>
          <pc:sldMk cId="3352625891" sldId="372"/>
        </pc:sldMkLst>
      </pc:sldChg>
      <pc:sldChg chg="add del">
        <pc:chgData name="Cui, Ziwen" userId="df483861-e123-4e2f-9e7d-2e1debabe1c3" providerId="ADAL" clId="{A7D1E7F2-5C8E-42C8-BFB6-120106A75C0B}" dt="2026-05-15T10:05:51.187" v="15" actId="47"/>
        <pc:sldMkLst>
          <pc:docMk/>
          <pc:sldMk cId="1419514581" sldId="2147479702"/>
        </pc:sldMkLst>
      </pc:sldChg>
      <pc:sldChg chg="add">
        <pc:chgData name="Cui, Ziwen" userId="df483861-e123-4e2f-9e7d-2e1debabe1c3" providerId="ADAL" clId="{A7D1E7F2-5C8E-42C8-BFB6-120106A75C0B}" dt="2026-05-15T10:05:58.555" v="16"/>
        <pc:sldMkLst>
          <pc:docMk/>
          <pc:sldMk cId="3106615330" sldId="2147479798"/>
        </pc:sldMkLst>
      </pc:sldChg>
      <pc:sldMasterChg chg="addSp modSp mod">
        <pc:chgData name="Cui, Ziwen" userId="df483861-e123-4e2f-9e7d-2e1debabe1c3" providerId="ADAL" clId="{A7D1E7F2-5C8E-42C8-BFB6-120106A75C0B}" dt="2026-05-15T10:03:14.375" v="8" actId="33475"/>
        <pc:sldMasterMkLst>
          <pc:docMk/>
          <pc:sldMasterMk cId="2829962561" sldId="2147483648"/>
        </pc:sldMasterMkLst>
        <pc:spChg chg="add mod">
          <ac:chgData name="Cui, Ziwen" userId="df483861-e123-4e2f-9e7d-2e1debabe1c3" providerId="ADAL" clId="{A7D1E7F2-5C8E-42C8-BFB6-120106A75C0B}" dt="2026-05-15T10:03:14.375" v="8" actId="33475"/>
          <ac:spMkLst>
            <pc:docMk/>
            <pc:sldMasterMk cId="2829962561" sldId="2147483648"/>
            <ac:spMk id="8" creationId="{E9801249-D5A7-EDF1-4ECD-48DDDD21BFC3}"/>
          </ac:spMkLst>
        </pc:spChg>
      </pc:sldMasterChg>
      <pc:sldMasterChg chg="addSp modSp del mod delSldLayout">
        <pc:chgData name="Cui, Ziwen" userId="df483861-e123-4e2f-9e7d-2e1debabe1c3" providerId="ADAL" clId="{A7D1E7F2-5C8E-42C8-BFB6-120106A75C0B}" dt="2026-05-15T10:05:59.905" v="17" actId="47"/>
        <pc:sldMasterMkLst>
          <pc:docMk/>
          <pc:sldMasterMk cId="2422730112" sldId="2147483660"/>
        </pc:sldMasterMkLst>
        <pc:spChg chg="add mod">
          <ac:chgData name="Cui, Ziwen" userId="df483861-e123-4e2f-9e7d-2e1debabe1c3" providerId="ADAL" clId="{A7D1E7F2-5C8E-42C8-BFB6-120106A75C0B}" dt="2026-05-15T10:03:14.375" v="8" actId="33475"/>
          <ac:spMkLst>
            <pc:docMk/>
            <pc:sldMasterMk cId="2422730112" sldId="2147483660"/>
            <ac:spMk id="100" creationId="{58DCFDA2-AFEF-20D0-C65B-839BAC3837D6}"/>
          </ac:spMkLst>
        </pc:spChg>
        <pc:sldLayoutChg chg="del">
          <pc:chgData name="Cui, Ziwen" userId="df483861-e123-4e2f-9e7d-2e1debabe1c3" providerId="ADAL" clId="{A7D1E7F2-5C8E-42C8-BFB6-120106A75C0B}" dt="2026-05-15T10:05:59.905" v="17" actId="47"/>
          <pc:sldLayoutMkLst>
            <pc:docMk/>
            <pc:sldMasterMk cId="2422730112" sldId="2147483660"/>
            <pc:sldLayoutMk cId="4085190870" sldId="2147483661"/>
          </pc:sldLayoutMkLst>
        </pc:sldLayoutChg>
        <pc:sldLayoutChg chg="del">
          <pc:chgData name="Cui, Ziwen" userId="df483861-e123-4e2f-9e7d-2e1debabe1c3" providerId="ADAL" clId="{A7D1E7F2-5C8E-42C8-BFB6-120106A75C0B}" dt="2026-05-15T10:05:59.905" v="17" actId="47"/>
          <pc:sldLayoutMkLst>
            <pc:docMk/>
            <pc:sldMasterMk cId="2422730112" sldId="2147483660"/>
            <pc:sldLayoutMk cId="560014957" sldId="2147483662"/>
          </pc:sldLayoutMkLst>
        </pc:sldLayoutChg>
        <pc:sldLayoutChg chg="del">
          <pc:chgData name="Cui, Ziwen" userId="df483861-e123-4e2f-9e7d-2e1debabe1c3" providerId="ADAL" clId="{A7D1E7F2-5C8E-42C8-BFB6-120106A75C0B}" dt="2026-05-15T10:05:59.905" v="17" actId="47"/>
          <pc:sldLayoutMkLst>
            <pc:docMk/>
            <pc:sldMasterMk cId="2422730112" sldId="2147483660"/>
            <pc:sldLayoutMk cId="4163873953" sldId="2147483663"/>
          </pc:sldLayoutMkLst>
        </pc:sldLayoutChg>
        <pc:sldLayoutChg chg="del">
          <pc:chgData name="Cui, Ziwen" userId="df483861-e123-4e2f-9e7d-2e1debabe1c3" providerId="ADAL" clId="{A7D1E7F2-5C8E-42C8-BFB6-120106A75C0B}" dt="2026-05-15T10:05:59.905" v="17" actId="47"/>
          <pc:sldLayoutMkLst>
            <pc:docMk/>
            <pc:sldMasterMk cId="2422730112" sldId="2147483660"/>
            <pc:sldLayoutMk cId="623614177" sldId="2147483664"/>
          </pc:sldLayoutMkLst>
        </pc:sldLayoutChg>
        <pc:sldLayoutChg chg="del">
          <pc:chgData name="Cui, Ziwen" userId="df483861-e123-4e2f-9e7d-2e1debabe1c3" providerId="ADAL" clId="{A7D1E7F2-5C8E-42C8-BFB6-120106A75C0B}" dt="2026-05-15T10:05:59.905" v="17" actId="47"/>
          <pc:sldLayoutMkLst>
            <pc:docMk/>
            <pc:sldMasterMk cId="2422730112" sldId="2147483660"/>
            <pc:sldLayoutMk cId="584945819" sldId="2147483665"/>
          </pc:sldLayoutMkLst>
        </pc:sldLayoutChg>
        <pc:sldLayoutChg chg="del">
          <pc:chgData name="Cui, Ziwen" userId="df483861-e123-4e2f-9e7d-2e1debabe1c3" providerId="ADAL" clId="{A7D1E7F2-5C8E-42C8-BFB6-120106A75C0B}" dt="2026-05-15T10:05:59.905" v="17" actId="47"/>
          <pc:sldLayoutMkLst>
            <pc:docMk/>
            <pc:sldMasterMk cId="2422730112" sldId="2147483660"/>
            <pc:sldLayoutMk cId="3824779624" sldId="2147483666"/>
          </pc:sldLayoutMkLst>
        </pc:sldLayoutChg>
        <pc:sldLayoutChg chg="del">
          <pc:chgData name="Cui, Ziwen" userId="df483861-e123-4e2f-9e7d-2e1debabe1c3" providerId="ADAL" clId="{A7D1E7F2-5C8E-42C8-BFB6-120106A75C0B}" dt="2026-05-15T10:05:59.905" v="17" actId="47"/>
          <pc:sldLayoutMkLst>
            <pc:docMk/>
            <pc:sldMasterMk cId="2422730112" sldId="2147483660"/>
            <pc:sldLayoutMk cId="1052580234" sldId="2147483667"/>
          </pc:sldLayoutMkLst>
        </pc:sldLayoutChg>
        <pc:sldLayoutChg chg="del">
          <pc:chgData name="Cui, Ziwen" userId="df483861-e123-4e2f-9e7d-2e1debabe1c3" providerId="ADAL" clId="{A7D1E7F2-5C8E-42C8-BFB6-120106A75C0B}" dt="2026-05-15T10:05:59.905" v="17" actId="47"/>
          <pc:sldLayoutMkLst>
            <pc:docMk/>
            <pc:sldMasterMk cId="2422730112" sldId="2147483660"/>
            <pc:sldLayoutMk cId="3214126815" sldId="2147483668"/>
          </pc:sldLayoutMkLst>
        </pc:sldLayoutChg>
        <pc:sldLayoutChg chg="del">
          <pc:chgData name="Cui, Ziwen" userId="df483861-e123-4e2f-9e7d-2e1debabe1c3" providerId="ADAL" clId="{A7D1E7F2-5C8E-42C8-BFB6-120106A75C0B}" dt="2026-05-15T10:05:59.905" v="17" actId="47"/>
          <pc:sldLayoutMkLst>
            <pc:docMk/>
            <pc:sldMasterMk cId="2422730112" sldId="2147483660"/>
            <pc:sldLayoutMk cId="2630832171" sldId="2147483669"/>
          </pc:sldLayoutMkLst>
        </pc:sldLayoutChg>
        <pc:sldLayoutChg chg="del">
          <pc:chgData name="Cui, Ziwen" userId="df483861-e123-4e2f-9e7d-2e1debabe1c3" providerId="ADAL" clId="{A7D1E7F2-5C8E-42C8-BFB6-120106A75C0B}" dt="2026-05-15T10:05:59.905" v="17" actId="47"/>
          <pc:sldLayoutMkLst>
            <pc:docMk/>
            <pc:sldMasterMk cId="2422730112" sldId="2147483660"/>
            <pc:sldLayoutMk cId="263562061" sldId="2147483670"/>
          </pc:sldLayoutMkLst>
        </pc:sldLayoutChg>
        <pc:sldLayoutChg chg="del">
          <pc:chgData name="Cui, Ziwen" userId="df483861-e123-4e2f-9e7d-2e1debabe1c3" providerId="ADAL" clId="{A7D1E7F2-5C8E-42C8-BFB6-120106A75C0B}" dt="2026-05-15T10:05:59.905" v="17" actId="47"/>
          <pc:sldLayoutMkLst>
            <pc:docMk/>
            <pc:sldMasterMk cId="2422730112" sldId="2147483660"/>
            <pc:sldLayoutMk cId="418354252" sldId="2147483671"/>
          </pc:sldLayoutMkLst>
        </pc:sldLayoutChg>
        <pc:sldLayoutChg chg="del">
          <pc:chgData name="Cui, Ziwen" userId="df483861-e123-4e2f-9e7d-2e1debabe1c3" providerId="ADAL" clId="{A7D1E7F2-5C8E-42C8-BFB6-120106A75C0B}" dt="2026-05-15T10:05:59.905" v="17" actId="47"/>
          <pc:sldLayoutMkLst>
            <pc:docMk/>
            <pc:sldMasterMk cId="2422730112" sldId="2147483660"/>
            <pc:sldLayoutMk cId="1297292114" sldId="2147483672"/>
          </pc:sldLayoutMkLst>
        </pc:sldLayoutChg>
        <pc:sldLayoutChg chg="del">
          <pc:chgData name="Cui, Ziwen" userId="df483861-e123-4e2f-9e7d-2e1debabe1c3" providerId="ADAL" clId="{A7D1E7F2-5C8E-42C8-BFB6-120106A75C0B}" dt="2026-05-15T10:05:59.905" v="17" actId="47"/>
          <pc:sldLayoutMkLst>
            <pc:docMk/>
            <pc:sldMasterMk cId="2422730112" sldId="2147483660"/>
            <pc:sldLayoutMk cId="2012304459" sldId="2147483673"/>
          </pc:sldLayoutMkLst>
        </pc:sldLayoutChg>
        <pc:sldLayoutChg chg="del">
          <pc:chgData name="Cui, Ziwen" userId="df483861-e123-4e2f-9e7d-2e1debabe1c3" providerId="ADAL" clId="{A7D1E7F2-5C8E-42C8-BFB6-120106A75C0B}" dt="2026-05-15T10:05:59.905" v="17" actId="47"/>
          <pc:sldLayoutMkLst>
            <pc:docMk/>
            <pc:sldMasterMk cId="2422730112" sldId="2147483660"/>
            <pc:sldLayoutMk cId="1393722441" sldId="2147483674"/>
          </pc:sldLayoutMkLst>
        </pc:sldLayoutChg>
        <pc:sldLayoutChg chg="del">
          <pc:chgData name="Cui, Ziwen" userId="df483861-e123-4e2f-9e7d-2e1debabe1c3" providerId="ADAL" clId="{A7D1E7F2-5C8E-42C8-BFB6-120106A75C0B}" dt="2026-05-15T10:05:59.905" v="17" actId="47"/>
          <pc:sldLayoutMkLst>
            <pc:docMk/>
            <pc:sldMasterMk cId="2422730112" sldId="2147483660"/>
            <pc:sldLayoutMk cId="2999194196" sldId="2147483675"/>
          </pc:sldLayoutMkLst>
        </pc:sldLayoutChg>
        <pc:sldLayoutChg chg="del">
          <pc:chgData name="Cui, Ziwen" userId="df483861-e123-4e2f-9e7d-2e1debabe1c3" providerId="ADAL" clId="{A7D1E7F2-5C8E-42C8-BFB6-120106A75C0B}" dt="2026-05-15T10:05:59.905" v="17" actId="47"/>
          <pc:sldLayoutMkLst>
            <pc:docMk/>
            <pc:sldMasterMk cId="2422730112" sldId="2147483660"/>
            <pc:sldLayoutMk cId="2649946892" sldId="2147483676"/>
          </pc:sldLayoutMkLst>
        </pc:sldLayoutChg>
        <pc:sldLayoutChg chg="del">
          <pc:chgData name="Cui, Ziwen" userId="df483861-e123-4e2f-9e7d-2e1debabe1c3" providerId="ADAL" clId="{A7D1E7F2-5C8E-42C8-BFB6-120106A75C0B}" dt="2026-05-15T10:05:59.905" v="17" actId="47"/>
          <pc:sldLayoutMkLst>
            <pc:docMk/>
            <pc:sldMasterMk cId="2422730112" sldId="2147483660"/>
            <pc:sldLayoutMk cId="2705768807" sldId="2147483677"/>
          </pc:sldLayoutMkLst>
        </pc:sldLayoutChg>
        <pc:sldLayoutChg chg="del">
          <pc:chgData name="Cui, Ziwen" userId="df483861-e123-4e2f-9e7d-2e1debabe1c3" providerId="ADAL" clId="{A7D1E7F2-5C8E-42C8-BFB6-120106A75C0B}" dt="2026-05-15T10:05:59.905" v="17" actId="47"/>
          <pc:sldLayoutMkLst>
            <pc:docMk/>
            <pc:sldMasterMk cId="2422730112" sldId="2147483660"/>
            <pc:sldLayoutMk cId="2565893560" sldId="2147483678"/>
          </pc:sldLayoutMkLst>
        </pc:sldLayoutChg>
        <pc:sldLayoutChg chg="del">
          <pc:chgData name="Cui, Ziwen" userId="df483861-e123-4e2f-9e7d-2e1debabe1c3" providerId="ADAL" clId="{A7D1E7F2-5C8E-42C8-BFB6-120106A75C0B}" dt="2026-05-15T10:05:59.905" v="17" actId="47"/>
          <pc:sldLayoutMkLst>
            <pc:docMk/>
            <pc:sldMasterMk cId="2422730112" sldId="2147483660"/>
            <pc:sldLayoutMk cId="3042649628" sldId="2147483679"/>
          </pc:sldLayoutMkLst>
        </pc:sldLayoutChg>
        <pc:sldLayoutChg chg="del">
          <pc:chgData name="Cui, Ziwen" userId="df483861-e123-4e2f-9e7d-2e1debabe1c3" providerId="ADAL" clId="{A7D1E7F2-5C8E-42C8-BFB6-120106A75C0B}" dt="2026-05-15T10:05:59.905" v="17" actId="47"/>
          <pc:sldLayoutMkLst>
            <pc:docMk/>
            <pc:sldMasterMk cId="2422730112" sldId="2147483660"/>
            <pc:sldLayoutMk cId="3398126025" sldId="2147483680"/>
          </pc:sldLayoutMkLst>
        </pc:sldLayoutChg>
        <pc:sldLayoutChg chg="del">
          <pc:chgData name="Cui, Ziwen" userId="df483861-e123-4e2f-9e7d-2e1debabe1c3" providerId="ADAL" clId="{A7D1E7F2-5C8E-42C8-BFB6-120106A75C0B}" dt="2026-05-15T10:05:59.905" v="17" actId="47"/>
          <pc:sldLayoutMkLst>
            <pc:docMk/>
            <pc:sldMasterMk cId="2422730112" sldId="2147483660"/>
            <pc:sldLayoutMk cId="1799732438" sldId="2147483681"/>
          </pc:sldLayoutMkLst>
        </pc:sldLayoutChg>
      </pc:sldMaster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D86B685-45E8-4CCD-B954-7164C08F6237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5B53AD-F52B-40FC-8331-37EBD48254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04269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tags" Target="../tags/tag16.xml"/><Relationship Id="rId2" Type="http://schemas.openxmlformats.org/officeDocument/2006/relationships/tags" Target="../tags/tag17.xml"/><Relationship Id="rId3" Type="http://schemas.openxmlformats.org/officeDocument/2006/relationships/slideMaster" Target="../slideMasters/slideMaster2.xml"/><Relationship Id="rId4" Type="http://schemas.openxmlformats.org/officeDocument/2006/relationships/image" Target="../media/image3.sv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tags" Target="../tags/tag18.xml"/><Relationship Id="rId2" Type="http://schemas.openxmlformats.org/officeDocument/2006/relationships/slideMaster" Target="../slideMasters/slideMaster2.xml"/><Relationship Id="rId3" Type="http://schemas.openxmlformats.org/officeDocument/2006/relationships/image" Target="../media/image3.sv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tags" Target="../tags/tag19.xml"/><Relationship Id="rId2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tags" Target="../tags/tag20.xml"/><Relationship Id="rId2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tags" Target="../tags/tag21.xml"/><Relationship Id="rId2" Type="http://schemas.openxmlformats.org/officeDocument/2006/relationships/tags" Target="../tags/tag22.xml"/><Relationship Id="rId3" Type="http://schemas.openxmlformats.org/officeDocument/2006/relationships/slideMaster" Target="../slideMasters/slideMaster2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tags" Target="../tags/tag23.xml"/><Relationship Id="rId2" Type="http://schemas.openxmlformats.org/officeDocument/2006/relationships/tags" Target="../tags/tag24.xml"/><Relationship Id="rId3" Type="http://schemas.openxmlformats.org/officeDocument/2006/relationships/slideMaster" Target="../slideMasters/slideMaster2.xml"/><Relationship Id="rId4" Type="http://schemas.openxmlformats.org/officeDocument/2006/relationships/image" Target="../media/image4.sv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tags" Target="../tags/tag25.xml"/><Relationship Id="rId2" Type="http://schemas.openxmlformats.org/officeDocument/2006/relationships/slideMaster" Target="../slideMasters/slideMaster2.xml"/><Relationship Id="rId3" Type="http://schemas.openxmlformats.org/officeDocument/2006/relationships/image" Target="../media/image5.png"/><Relationship Id="rId4" Type="http://schemas.openxmlformats.org/officeDocument/2006/relationships/image" Target="../media/image2.sv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sv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tags" Target="../tags/tag26.xml"/><Relationship Id="rId2" Type="http://schemas.openxmlformats.org/officeDocument/2006/relationships/slideMaster" Target="../slideMasters/slideMaster2.xml"/><Relationship Id="rId3" Type="http://schemas.openxmlformats.org/officeDocument/2006/relationships/oleObject" Target="../embeddings/oleObject2.bin"/><Relationship Id="rId4" Type="http://schemas.openxmlformats.org/officeDocument/2006/relationships/image" Target="../media/image7.emf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tags" Target="../tags/tag27.xml"/><Relationship Id="rId2" Type="http://schemas.openxmlformats.org/officeDocument/2006/relationships/slideMaster" Target="../slideMasters/slideMaster2.xml"/><Relationship Id="rId3" Type="http://schemas.openxmlformats.org/officeDocument/2006/relationships/oleObject" Target="../embeddings/oleObject3.bin"/><Relationship Id="rId4" Type="http://schemas.openxmlformats.org/officeDocument/2006/relationships/image" Target="../media/image7.emf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tags" Target="../tags/tag28.xml"/><Relationship Id="rId2" Type="http://schemas.openxmlformats.org/officeDocument/2006/relationships/tags" Target="../tags/tag29.xml"/><Relationship Id="rId3" Type="http://schemas.openxmlformats.org/officeDocument/2006/relationships/tags" Target="../tags/tag30.xml"/><Relationship Id="rId4" Type="http://schemas.openxmlformats.org/officeDocument/2006/relationships/slideMaster" Target="../slideMasters/slideMaster2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tags" Target="../tags/tag31.xml"/><Relationship Id="rId2" Type="http://schemas.openxmlformats.org/officeDocument/2006/relationships/tags" Target="../tags/tag32.xml"/><Relationship Id="rId3" Type="http://schemas.openxmlformats.org/officeDocument/2006/relationships/tags" Target="../tags/tag33.xml"/><Relationship Id="rId4" Type="http://schemas.openxmlformats.org/officeDocument/2006/relationships/slideMaster" Target="../slideMasters/slideMaster2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tags" Target="../tags/tag34.xml"/><Relationship Id="rId2" Type="http://schemas.openxmlformats.org/officeDocument/2006/relationships/tags" Target="../tags/tag35.xml"/><Relationship Id="rId3" Type="http://schemas.openxmlformats.org/officeDocument/2006/relationships/tags" Target="../tags/tag36.xml"/><Relationship Id="rId4" Type="http://schemas.openxmlformats.org/officeDocument/2006/relationships/slideMaster" Target="../slideMasters/slideMaster2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tags" Target="../tags/tag37.xml"/><Relationship Id="rId2" Type="http://schemas.openxmlformats.org/officeDocument/2006/relationships/slideMaster" Target="../slideMasters/slideMaster2.xml"/><Relationship Id="rId3" Type="http://schemas.openxmlformats.org/officeDocument/2006/relationships/oleObject" Target="../embeddings/oleObject4.bin"/><Relationship Id="rId4" Type="http://schemas.openxmlformats.org/officeDocument/2006/relationships/image" Target="../media/image14.emf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tags" Target="../tags/tag38.xml"/><Relationship Id="rId2" Type="http://schemas.openxmlformats.org/officeDocument/2006/relationships/tags" Target="../tags/tag39.xml"/><Relationship Id="rId3" Type="http://schemas.openxmlformats.org/officeDocument/2006/relationships/tags" Target="../tags/tag40.xml"/><Relationship Id="rId4" Type="http://schemas.openxmlformats.org/officeDocument/2006/relationships/slideMaster" Target="../slideMasters/slideMaster2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tags" Target="../tags/tag41.xml"/><Relationship Id="rId2" Type="http://schemas.openxmlformats.org/officeDocument/2006/relationships/tags" Target="../tags/tag42.xml"/><Relationship Id="rId3" Type="http://schemas.openxmlformats.org/officeDocument/2006/relationships/tags" Target="../tags/tag43.xml"/><Relationship Id="rId4" Type="http://schemas.openxmlformats.org/officeDocument/2006/relationships/tags" Target="../tags/tag44.xml"/><Relationship Id="rId5" Type="http://schemas.openxmlformats.org/officeDocument/2006/relationships/slideMaster" Target="../slideMasters/slideMaster2.xml"/><Relationship Id="rId6" Type="http://schemas.openxmlformats.org/officeDocument/2006/relationships/image" Target="../media/image15.png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6.emf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tags" Target="../tags/tag45.xml"/><Relationship Id="rId2" Type="http://schemas.openxmlformats.org/officeDocument/2006/relationships/tags" Target="../tags/tag46.xml"/><Relationship Id="rId3" Type="http://schemas.openxmlformats.org/officeDocument/2006/relationships/tags" Target="../tags/tag47.xml"/><Relationship Id="rId4" Type="http://schemas.openxmlformats.org/officeDocument/2006/relationships/tags" Target="../tags/tag48.xml"/><Relationship Id="rId5" Type="http://schemas.openxmlformats.org/officeDocument/2006/relationships/slideMaster" Target="../slideMasters/slideMaster2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tags" Target="../tags/tag63.xml"/><Relationship Id="rId2" Type="http://schemas.openxmlformats.org/officeDocument/2006/relationships/tags" Target="../tags/tag64.xml"/><Relationship Id="rId3" Type="http://schemas.openxmlformats.org/officeDocument/2006/relationships/slideMaster" Target="../slideMasters/slideMaster3.xml"/><Relationship Id="rId4" Type="http://schemas.openxmlformats.org/officeDocument/2006/relationships/image" Target="../media/image18.svg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tags" Target="../tags/tag65.xml"/><Relationship Id="rId2" Type="http://schemas.openxmlformats.org/officeDocument/2006/relationships/slideMaster" Target="../slideMasters/slideMaster3.xml"/><Relationship Id="rId3" Type="http://schemas.openxmlformats.org/officeDocument/2006/relationships/image" Target="../media/image18.svg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tags" Target="../tags/tag66.xml"/><Relationship Id="rId2" Type="http://schemas.openxmlformats.org/officeDocument/2006/relationships/slideMaster" Target="../slideMasters/slideMaster3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tags" Target="../tags/tag67.xml"/><Relationship Id="rId2" Type="http://schemas.openxmlformats.org/officeDocument/2006/relationships/slideMaster" Target="../slideMasters/slideMaster3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1.xml.rels><?xml version='1.0' encoding='UTF-8' standalone='yes'?>
<Relationships xmlns="http://schemas.openxmlformats.org/package/2006/relationships"><Relationship Id="rId1" Type="http://schemas.openxmlformats.org/officeDocument/2006/relationships/tags" Target="../tags/tag68.xml"/><Relationship Id="rId2" Type="http://schemas.openxmlformats.org/officeDocument/2006/relationships/tags" Target="../tags/tag69.xml"/><Relationship Id="rId3" Type="http://schemas.openxmlformats.org/officeDocument/2006/relationships/slideMaster" Target="../slideMasters/slideMaster3.xml"/></Relationships>
</file>

<file path=ppt/slideLayouts/_rels/slideLayout62.xml.rels><?xml version='1.0' encoding='UTF-8' standalone='yes'?>
<Relationships xmlns="http://schemas.openxmlformats.org/package/2006/relationships"><Relationship Id="rId1" Type="http://schemas.openxmlformats.org/officeDocument/2006/relationships/tags" Target="../tags/tag70.xml"/><Relationship Id="rId2" Type="http://schemas.openxmlformats.org/officeDocument/2006/relationships/tags" Target="../tags/tag71.xml"/><Relationship Id="rId3" Type="http://schemas.openxmlformats.org/officeDocument/2006/relationships/slideMaster" Target="../slideMasters/slideMaster3.xml"/><Relationship Id="rId4" Type="http://schemas.openxmlformats.org/officeDocument/2006/relationships/image" Target="../media/image19.svg"/></Relationships>
</file>

<file path=ppt/slideLayouts/_rels/slideLayout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8.xml.rels><?xml version='1.0' encoding='UTF-8' standalone='yes'?>
<Relationships xmlns="http://schemas.openxmlformats.org/package/2006/relationships"><Relationship Id="rId1" Type="http://schemas.openxmlformats.org/officeDocument/2006/relationships/tags" Target="../tags/tag72.xml"/><Relationship Id="rId2" Type="http://schemas.openxmlformats.org/officeDocument/2006/relationships/slideMaster" Target="../slideMasters/slideMaster3.xml"/><Relationship Id="rId3" Type="http://schemas.openxmlformats.org/officeDocument/2006/relationships/image" Target="../media/image20.png"/><Relationship Id="rId4" Type="http://schemas.openxmlformats.org/officeDocument/2006/relationships/image" Target="../media/image17.svg"/></Relationships>
</file>

<file path=ppt/slideLayouts/_rels/slideLayout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7.svg"/></Relationships>
</file>

<file path=ppt/slideLayouts/_rels/slideLayout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1.png"/></Relationships>
</file>

<file path=ppt/slideLayouts/_rels/slideLayout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2.xml.rels><?xml version='1.0' encoding='UTF-8' standalone='yes'?>
<Relationships xmlns="http://schemas.openxmlformats.org/package/2006/relationships"><Relationship Id="rId1" Type="http://schemas.openxmlformats.org/officeDocument/2006/relationships/tags" Target="../tags/tag73.xml"/><Relationship Id="rId2" Type="http://schemas.openxmlformats.org/officeDocument/2006/relationships/slideMaster" Target="../slideMasters/slideMaster3.xml"/></Relationships>
</file>

<file path=ppt/slideLayouts/_rels/slideLayout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8.xml.rels><?xml version='1.0' encoding='UTF-8' standalone='yes'?>
<Relationships xmlns="http://schemas.openxmlformats.org/package/2006/relationships"><Relationship Id="rId1" Type="http://schemas.openxmlformats.org/officeDocument/2006/relationships/tags" Target="../tags/tag74.xml"/><Relationship Id="rId2" Type="http://schemas.openxmlformats.org/officeDocument/2006/relationships/tags" Target="../tags/tag75.xml"/><Relationship Id="rId3" Type="http://schemas.openxmlformats.org/officeDocument/2006/relationships/slideMaster" Target="../slideMasters/slideMaster3.xml"/><Relationship Id="rId4" Type="http://schemas.openxmlformats.org/officeDocument/2006/relationships/image" Target="../media/image19.svg"/></Relationships>
</file>

<file path=ppt/slideLayouts/_rels/slideLayout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0.xml.rels><?xml version='1.0' encoding='UTF-8' standalone='yes'?>
<Relationships xmlns="http://schemas.openxmlformats.org/package/2006/relationships"><Relationship Id="rId1" Type="http://schemas.openxmlformats.org/officeDocument/2006/relationships/tags" Target="../tags/tag76.xml"/><Relationship Id="rId2" Type="http://schemas.openxmlformats.org/officeDocument/2006/relationships/slideMaster" Target="../slideMasters/slideMaster3.xml"/></Relationships>
</file>

<file path=ppt/slideLayouts/_rels/slideLayout81.xml.rels><?xml version='1.0' encoding='UTF-8' standalone='yes'?>
<Relationships xmlns="http://schemas.openxmlformats.org/package/2006/relationships"><Relationship Id="rId1" Type="http://schemas.openxmlformats.org/officeDocument/2006/relationships/tags" Target="../tags/tag77.xml"/><Relationship Id="rId2" Type="http://schemas.openxmlformats.org/officeDocument/2006/relationships/tags" Target="../tags/tag78.xml"/><Relationship Id="rId3" Type="http://schemas.openxmlformats.org/officeDocument/2006/relationships/slideMaster" Target="../slideMasters/slideMaster3.xml"/><Relationship Id="rId4" Type="http://schemas.openxmlformats.org/officeDocument/2006/relationships/image" Target="../media/image19.svg"/></Relationships>
</file>

<file path=ppt/slideLayouts/_rels/slideLayout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9.svg"/></Relationships>
</file>

<file path=ppt/slideLayouts/_rels/slideLayout83.xml.rels><?xml version='1.0' encoding='UTF-8' standalone='yes'?>
<Relationships xmlns="http://schemas.openxmlformats.org/package/2006/relationships"><Relationship Id="rId1" Type="http://schemas.openxmlformats.org/officeDocument/2006/relationships/tags" Target="../tags/tag79.xml"/><Relationship Id="rId2" Type="http://schemas.openxmlformats.org/officeDocument/2006/relationships/tags" Target="../tags/tag80.xml"/><Relationship Id="rId3" Type="http://schemas.openxmlformats.org/officeDocument/2006/relationships/slideMaster" Target="../slideMasters/slideMaster3.xml"/></Relationships>
</file>

<file path=ppt/slideLayouts/_rels/slideLayout84.xml.rels><?xml version='1.0' encoding='UTF-8' standalone='yes'?>
<Relationships xmlns="http://schemas.openxmlformats.org/package/2006/relationships"><Relationship Id="rId1" Type="http://schemas.openxmlformats.org/officeDocument/2006/relationships/tags" Target="../tags/tag81.xml"/><Relationship Id="rId2" Type="http://schemas.openxmlformats.org/officeDocument/2006/relationships/tags" Target="../tags/tag82.xml"/><Relationship Id="rId3" Type="http://schemas.openxmlformats.org/officeDocument/2006/relationships/slideMaster" Target="../slideMasters/slideMaster3.xml"/></Relationships>
</file>

<file path=ppt/slideLayouts/_rels/slideLayout85.xml.rels><?xml version='1.0' encoding='UTF-8' standalone='yes'?>
<Relationships xmlns="http://schemas.openxmlformats.org/package/2006/relationships"><Relationship Id="rId1" Type="http://schemas.openxmlformats.org/officeDocument/2006/relationships/tags" Target="../tags/tag83.xml"/><Relationship Id="rId2" Type="http://schemas.openxmlformats.org/officeDocument/2006/relationships/slideMaster" Target="../slideMasters/slideMaster3.xml"/><Relationship Id="rId3" Type="http://schemas.openxmlformats.org/officeDocument/2006/relationships/image" Target="../media/image17.svg"/><Relationship Id="rId4" Type="http://schemas.openxmlformats.org/officeDocument/2006/relationships/image" Target="../media/image18.svg"/></Relationships>
</file>

<file path=ppt/slideLayouts/_rels/slideLayout8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2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A48BE5-33B9-C78A-A8B3-1287B56FF6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A52AABF-0B41-47EA-7942-AA07514BF41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F93965-A682-CD9D-38A4-DE28796FA6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2510A3-D5A2-4B4D-A481-4F35669DAB9A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A7F020-609D-E457-919E-3DA3DC1FFF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A786EC-1E56-B5B3-BBAE-A5FF2C7E7C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29352C-AC5E-4928-B5DA-354FE91DCB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16302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5CE383-A875-2DBD-E365-2D21B99911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2E4E74-704B-7410-CADB-1510705946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A080C7-088A-1A2A-247D-07ABF681F8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2510A3-D5A2-4B4D-A481-4F35669DAB9A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ECAF79-2D29-EEA0-1DEA-068632E6A0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606C53-8B64-0675-5AD4-A46D301EEF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29352C-AC5E-4928-B5DA-354FE91DCB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76762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626C2F-77FF-CEC0-91B6-C7632BDCDC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EC0D95-8AE9-29BD-8F76-A77B68CF4A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E02568-C87C-80FB-F1B1-153A0EA020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2510A3-D5A2-4B4D-A481-4F35669DAB9A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01B56A-86DE-58AF-5DD1-6B9E4E067E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F9C662-A3C1-A902-B56C-EBE75990AB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29352C-AC5E-4928-B5DA-354FE91DCB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65747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05C128-7EB4-D8DB-D79D-5CBC87463A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F83DD2-3CEC-C1F2-5815-7AA4E6B779A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16A8A55-1E0F-5544-33AF-D3E28DFC6F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8CCEB6-A408-70B3-B9EB-1D1A19A7D3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2510A3-D5A2-4B4D-A481-4F35669DAB9A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074022-42CD-6A52-A9A8-BA8CD76894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23F4B9-17FD-1D95-AEB4-BC83788F9D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29352C-AC5E-4928-B5DA-354FE91DCB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39173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E727D6-67EE-9623-1C97-C0087A34FB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560894-8435-4422-370D-1951ACF8D3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2F37C9D-E3BF-E692-8B26-288AC49676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EB238D4-436F-295C-ED16-E57CCE24280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19D7C28-A124-B3FF-ADC3-C68A4D4D664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7E812B1-527B-7DF9-63AD-D6E2CA08F2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2510A3-D5A2-4B4D-A481-4F35669DAB9A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96866B2-DD81-E3DE-A532-3D8A602D53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8984927-1A61-E651-4C49-CE05B5175A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29352C-AC5E-4928-B5DA-354FE91DCB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47680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71F060-D88A-8141-EAE0-E7C64CBE7E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657958C-41F1-0948-94E2-77014118EB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2510A3-D5A2-4B4D-A481-4F35669DAB9A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D9C2907-8DCC-A599-9E03-CB76BFBEA5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B68710-66A0-1DD9-EC4C-4F2C8BDA77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29352C-AC5E-4928-B5DA-354FE91DCB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83178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CD774E1-50F7-ECF1-7F32-86B82F31C7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2510A3-D5A2-4B4D-A481-4F35669DAB9A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19BE75A-9FDD-C0AF-D1DD-94EEEA6125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25BFBE-972B-E6E1-BFEF-820892AC80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29352C-AC5E-4928-B5DA-354FE91DCB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1240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7F978E-E18A-6860-B439-C10195C10A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05AD2C-9EF8-C6AA-01A8-AEC31FC282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EEACB43-5914-A59C-04B9-DCBD8B4D42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B715D1-2D54-8254-F081-3BFA9FA29D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2510A3-D5A2-4B4D-A481-4F35669DAB9A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5A37B7-AA42-39AD-FCF3-7A47C283DD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02C734-53EB-E853-7E1F-B26B94D66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29352C-AC5E-4928-B5DA-354FE91DCB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66173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330866-498F-7744-7D61-8B0FFB075A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D90DF53-EC52-AEF6-7F71-A3C4EAF48A2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48494C-207A-6045-AEEE-BF33F34E62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6745F1-FA57-B84F-DEFD-43A7BD9C59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2510A3-D5A2-4B4D-A481-4F35669DAB9A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DDCFA2-06D4-420E-B29D-0D5EFAD20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A77136-7311-842F-7529-D523BE97E2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29352C-AC5E-4928-B5DA-354FE91DCB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61450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9DE22A-E649-569A-6A95-3894E0A11C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4C1C399-8183-52A3-8872-20A1A927BB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6731A1-70D2-306B-8C89-C22B8FBF1A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2510A3-D5A2-4B4D-A481-4F35669DAB9A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55C658-59CB-CD00-F578-D7FCB6D429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1D91AA-8E0B-9C71-7D9C-23A3895D12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29352C-AC5E-4928-B5DA-354FE91DCB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35409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944F4FB-844E-2B18-5EAB-4D604E32B1D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FEBFFF5-C874-5595-8435-4D8047CC57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0CC174-038C-9E90-94EE-818F4E8DC4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2510A3-D5A2-4B4D-A481-4F35669DAB9A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28E40F-F77F-A987-DDE8-7D82B18493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E4B317-CD3D-5F02-9F97-B80810A37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29352C-AC5E-4928-B5DA-354FE91DCB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774918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|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2EE48568-44D8-50E6-466E-547DF23D12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9775" y="4112613"/>
            <a:ext cx="11016574" cy="792000"/>
          </a:xfrm>
        </p:spPr>
        <p:txBody>
          <a:bodyPr anchor="b"/>
          <a:lstStyle>
            <a:lvl1pPr algn="l">
              <a:lnSpc>
                <a:spcPct val="100000"/>
              </a:lnSpc>
              <a:defRPr sz="2800" b="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6B3C73EA-593C-22D6-FBA0-BA75DF7E870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29775" y="5192613"/>
            <a:ext cx="11016574" cy="864184"/>
          </a:xfrm>
        </p:spPr>
        <p:txBody>
          <a:bodyPr anchor="t"/>
          <a:lstStyle>
            <a:lvl1pPr marL="0" indent="0" algn="l">
              <a:spcBef>
                <a:spcPts val="0"/>
              </a:spcBef>
              <a:buNone/>
              <a:defRPr sz="1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Speaker </a:t>
            </a:r>
          </a:p>
          <a:p>
            <a:r>
              <a:rPr lang="en-US"/>
              <a:t>Month YYYY</a:t>
            </a:r>
          </a:p>
          <a:p>
            <a:r>
              <a:rPr lang="en-US"/>
              <a:t>Location / Channel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A049E87-352A-6A4D-872A-38E661BA5F8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9422" y="7088832"/>
            <a:ext cx="625478" cy="123111"/>
          </a:xfrm>
        </p:spPr>
        <p:txBody>
          <a:bodyPr/>
          <a:lstStyle/>
          <a:p>
            <a:r>
              <a:rPr lang="en-US"/>
              <a:t>Mars 2026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B28419D-8FE8-7304-5834-21A35EE7F6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99424" y="7088832"/>
            <a:ext cx="7056248" cy="123111"/>
          </a:xfrm>
        </p:spPr>
        <p:txBody>
          <a:bodyPr/>
          <a:lstStyle/>
          <a:p>
            <a:r>
              <a:rPr lang="de-DE"/>
              <a:t>CONFIDENTIAL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1929F9C-A534-7E25-A3D8-48191549BD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52583" y="7088832"/>
            <a:ext cx="360001" cy="123111"/>
          </a:xfrm>
        </p:spPr>
        <p:txBody>
          <a:bodyPr/>
          <a:lstStyle/>
          <a:p>
            <a:fld id="{42C4E3B7-B340-4E97-8B0E-D9BA7642178E}" type="slidenum">
              <a:rPr lang="de-DE"/>
              <a:t>‹#›</a:t>
            </a:fld>
            <a:endParaRPr lang="de-DE"/>
          </a:p>
        </p:txBody>
      </p:sp>
      <p:sp>
        <p:nvSpPr>
          <p:cNvPr id="9" name="Bildplatzhalter 8">
            <a:extLst>
              <a:ext uri="{FF2B5EF4-FFF2-40B4-BE49-F238E27FC236}">
                <a16:creationId xmlns:a16="http://schemas.microsoft.com/office/drawing/2014/main" id="{7EDF944B-DBF6-16A9-ACD1-78DB34F2C205}"/>
              </a:ext>
            </a:extLst>
          </p:cNvPr>
          <p:cNvSpPr>
            <a:spLocks noGrp="1"/>
          </p:cNvSpPr>
          <p:nvPr>
            <p:ph type="pic" sz="quarter" idx="13" hasCustomPrompt="1"/>
            <p:custDataLst>
              <p:tags r:id="rId1"/>
            </p:custDataLst>
          </p:nvPr>
        </p:nvSpPr>
        <p:spPr>
          <a:xfrm>
            <a:off x="0" y="836613"/>
            <a:ext cx="12192000" cy="2880001"/>
          </a:xfrm>
          <a:solidFill>
            <a:srgbClr val="E3E3E3"/>
          </a:solidFill>
        </p:spPr>
        <p:txBody>
          <a:bodyPr anchor="ctr"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r>
              <a:rPr lang="de-DE"/>
              <a:t>Click </a:t>
            </a:r>
            <a:r>
              <a:rPr lang="de-DE" err="1"/>
              <a:t>icon</a:t>
            </a:r>
            <a:r>
              <a:rPr lang="de-DE"/>
              <a:t> </a:t>
            </a:r>
            <a:r>
              <a:rPr lang="de-DE" err="1"/>
              <a:t>to</a:t>
            </a:r>
            <a:r>
              <a:rPr lang="de-DE"/>
              <a:t> </a:t>
            </a:r>
            <a:r>
              <a:rPr lang="de-DE" err="1"/>
              <a:t>add</a:t>
            </a:r>
            <a:r>
              <a:rPr lang="de-DE"/>
              <a:t> </a:t>
            </a:r>
            <a:r>
              <a:rPr lang="de-DE" err="1"/>
              <a:t>picture</a:t>
            </a:r>
            <a:endParaRPr lang="de-DE"/>
          </a:p>
        </p:txBody>
      </p:sp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91CE1CC6-6F06-D7E5-DCD8-450A164DA97F}"/>
              </a:ext>
            </a:extLst>
          </p:cNvPr>
          <p:cNvSpPr>
            <a:spLocks noGrp="1"/>
          </p:cNvSpPr>
          <p:nvPr>
            <p:ph type="body" sz="quarter" idx="14" hasCustomPrompt="1"/>
            <p:custDataLst>
              <p:tags r:id="rId2"/>
            </p:custDataLst>
          </p:nvPr>
        </p:nvSpPr>
        <p:spPr>
          <a:xfrm>
            <a:off x="629775" y="3590613"/>
            <a:ext cx="2106000" cy="234000"/>
          </a:xfrm>
          <a:solidFill>
            <a:srgbClr val="00893D"/>
          </a:solidFill>
        </p:spPr>
        <p:txBody>
          <a:bodyPr/>
          <a:lstStyle>
            <a:lvl1pPr>
              <a:defRPr sz="100">
                <a:solidFill>
                  <a:srgbClr val="00893D"/>
                </a:solidFill>
              </a:defRPr>
            </a:lvl1pPr>
          </a:lstStyle>
          <a:p>
            <a:pPr lvl="0"/>
            <a:r>
              <a:rPr lang="de-DE"/>
              <a:t>1</a:t>
            </a: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4F1F146A-4D91-744D-C68E-D304E010A6D5}"/>
              </a:ext>
            </a:extLst>
          </p:cNvPr>
          <p:cNvSpPr/>
          <p:nvPr/>
        </p:nvSpPr>
        <p:spPr>
          <a:xfrm>
            <a:off x="4440477" y="6457167"/>
            <a:ext cx="7272098" cy="25678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72000" rIns="54000" bIns="72000" rtlCol="0" anchor="ctr"/>
          <a:lstStyle/>
          <a:p>
            <a:pPr algn="ctr">
              <a:lnSpc>
                <a:spcPct val="120000"/>
              </a:lnSpc>
              <a:spcBef>
                <a:spcPts val="600"/>
              </a:spcBef>
            </a:pPr>
            <a:endParaRPr lang="en-US" sz="1200">
              <a:solidFill>
                <a:schemeClr val="tx1"/>
              </a:solidFill>
            </a:endParaRP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8D3AE564-D8A4-F38B-4C3B-35F2456F33BD}"/>
              </a:ext>
            </a:extLst>
          </p:cNvPr>
          <p:cNvSpPr/>
          <p:nvPr userDrawn="1"/>
        </p:nvSpPr>
        <p:spPr>
          <a:xfrm>
            <a:off x="4440477" y="6457167"/>
            <a:ext cx="7272098" cy="25678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72000" rIns="54000" bIns="72000" rtlCol="0" anchor="ctr"/>
          <a:lstStyle/>
          <a:p>
            <a:pPr algn="ctr">
              <a:lnSpc>
                <a:spcPct val="120000"/>
              </a:lnSpc>
              <a:spcBef>
                <a:spcPts val="600"/>
              </a:spcBef>
            </a:pPr>
            <a:endParaRPr lang="en-US" sz="1200">
              <a:solidFill>
                <a:schemeClr val="tx1"/>
              </a:solidFill>
            </a:endParaRP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D5B8CDE0-1C55-A692-641F-226CB56DF00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092526" y="6337101"/>
            <a:ext cx="1620000" cy="187524"/>
          </a:xfrm>
          <a:prstGeom prst="rect">
            <a:avLst/>
          </a:prstGeom>
        </p:spPr>
      </p:pic>
      <p:sp>
        <p:nvSpPr>
          <p:cNvPr id="13" name="MIO_AGENDA_IGNORE_CHAPTER_REFERENCE" hidden="1">
            <a:extLst>
              <a:ext uri="{FF2B5EF4-FFF2-40B4-BE49-F238E27FC236}">
                <a16:creationId xmlns:a16="http://schemas.microsoft.com/office/drawing/2014/main" id="{952B1B6F-E149-BD5D-9D2B-BA595168224B}"/>
              </a:ext>
            </a:extLst>
          </p:cNvPr>
          <p:cNvSpPr/>
          <p:nvPr userDrawn="1"/>
        </p:nvSpPr>
        <p:spPr>
          <a:xfrm>
            <a:off x="10722634" y="491706"/>
            <a:ext cx="776377" cy="664234"/>
          </a:xfrm>
          <a:prstGeom prst="rect">
            <a:avLst/>
          </a:prstGeom>
          <a:solidFill>
            <a:srgbClr val="EBEB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72000" rIns="54000" bIns="72000" rtlCol="0" anchor="ctr"/>
          <a:lstStyle/>
          <a:p>
            <a:pPr algn="ctr">
              <a:lnSpc>
                <a:spcPct val="120000"/>
              </a:lnSpc>
              <a:spcBef>
                <a:spcPts val="600"/>
              </a:spcBef>
            </a:pPr>
            <a:endParaRPr lang="de-DE" sz="12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432856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| Squa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2EE48568-44D8-50E6-466E-547DF23D12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27666" y="3357000"/>
            <a:ext cx="3484911" cy="1193387"/>
          </a:xfrm>
        </p:spPr>
        <p:txBody>
          <a:bodyPr anchor="t"/>
          <a:lstStyle>
            <a:lvl1pPr algn="l">
              <a:lnSpc>
                <a:spcPct val="100000"/>
              </a:lnSpc>
              <a:defRPr sz="2800" b="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6B3C73EA-593C-22D6-FBA0-BA75DF7E870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227666" y="4879910"/>
            <a:ext cx="3484909" cy="583090"/>
          </a:xfrm>
        </p:spPr>
        <p:txBody>
          <a:bodyPr bIns="144000" anchor="b"/>
          <a:lstStyle>
            <a:lvl1pPr marL="0" indent="0" algn="l">
              <a:spcBef>
                <a:spcPts val="0"/>
              </a:spcBef>
              <a:buNone/>
              <a:defRPr sz="1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Speaker / Month YYYY</a:t>
            </a:r>
          </a:p>
          <a:p>
            <a:r>
              <a:rPr lang="en-US"/>
              <a:t>Location / Channel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A049E87-352A-6A4D-872A-38E661BA5F8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9422" y="7088832"/>
            <a:ext cx="625478" cy="123111"/>
          </a:xfrm>
        </p:spPr>
        <p:txBody>
          <a:bodyPr/>
          <a:lstStyle/>
          <a:p>
            <a:r>
              <a:rPr lang="en-US"/>
              <a:t>Mars 2026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B28419D-8FE8-7304-5834-21A35EE7F6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99424" y="7088832"/>
            <a:ext cx="7056248" cy="123111"/>
          </a:xfrm>
        </p:spPr>
        <p:txBody>
          <a:bodyPr/>
          <a:lstStyle/>
          <a:p>
            <a:r>
              <a:rPr lang="de-DE"/>
              <a:t>CONFIDENTIAL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1929F9C-A534-7E25-A3D8-48191549BD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52583" y="7088832"/>
            <a:ext cx="360001" cy="123111"/>
          </a:xfrm>
        </p:spPr>
        <p:txBody>
          <a:bodyPr/>
          <a:lstStyle/>
          <a:p>
            <a:fld id="{42C4E3B7-B340-4E97-8B0E-D9BA7642178E}" type="slidenum">
              <a:rPr lang="de-DE"/>
              <a:t>‹#›</a:t>
            </a:fld>
            <a:endParaRPr lang="de-DE"/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013EB81D-D70D-3D96-48AD-DF7B947B5D1D}"/>
              </a:ext>
            </a:extLst>
          </p:cNvPr>
          <p:cNvSpPr/>
          <p:nvPr/>
        </p:nvSpPr>
        <p:spPr>
          <a:xfrm>
            <a:off x="7751763" y="6457167"/>
            <a:ext cx="3960811" cy="25678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72000" rIns="54000" bIns="72000" rtlCol="0" anchor="ctr"/>
          <a:lstStyle/>
          <a:p>
            <a:pPr algn="ctr">
              <a:lnSpc>
                <a:spcPct val="120000"/>
              </a:lnSpc>
              <a:spcBef>
                <a:spcPts val="600"/>
              </a:spcBef>
            </a:pPr>
            <a:endParaRPr lang="en-US" sz="1200">
              <a:solidFill>
                <a:schemeClr val="tx1"/>
              </a:solidFill>
            </a:endParaRPr>
          </a:p>
        </p:txBody>
      </p:sp>
      <p:sp>
        <p:nvSpPr>
          <p:cNvPr id="9" name="Bildplatzhalter 8">
            <a:extLst>
              <a:ext uri="{FF2B5EF4-FFF2-40B4-BE49-F238E27FC236}">
                <a16:creationId xmlns:a16="http://schemas.microsoft.com/office/drawing/2014/main" id="{7EDF944B-DBF6-16A9-ACD1-78DB34F2C20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-1577"/>
            <a:ext cx="7751764" cy="6858000"/>
          </a:xfrm>
          <a:solidFill>
            <a:srgbClr val="E3E3E3"/>
          </a:solidFill>
        </p:spPr>
        <p:txBody>
          <a:bodyPr anchor="ctr"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r>
              <a:rPr lang="de-DE"/>
              <a:t>Click </a:t>
            </a:r>
            <a:r>
              <a:rPr lang="de-DE" err="1"/>
              <a:t>icon</a:t>
            </a:r>
            <a:r>
              <a:rPr lang="de-DE"/>
              <a:t> </a:t>
            </a:r>
            <a:r>
              <a:rPr lang="de-DE" err="1"/>
              <a:t>to</a:t>
            </a:r>
            <a:r>
              <a:rPr lang="de-DE"/>
              <a:t> </a:t>
            </a:r>
            <a:r>
              <a:rPr lang="de-DE" err="1"/>
              <a:t>add</a:t>
            </a:r>
            <a:r>
              <a:rPr lang="de-DE"/>
              <a:t> </a:t>
            </a:r>
            <a:r>
              <a:rPr lang="de-DE" err="1"/>
              <a:t>picture</a:t>
            </a:r>
            <a:endParaRPr lang="de-DE"/>
          </a:p>
        </p:txBody>
      </p:sp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91CE1CC6-6F06-D7E5-DCD8-450A164DA97F}"/>
              </a:ext>
            </a:extLst>
          </p:cNvPr>
          <p:cNvSpPr>
            <a:spLocks noGrp="1"/>
          </p:cNvSpPr>
          <p:nvPr>
            <p:ph type="body" sz="quarter" idx="14" hasCustomPrompt="1"/>
            <p:custDataLst>
              <p:tags r:id="rId1"/>
            </p:custDataLst>
          </p:nvPr>
        </p:nvSpPr>
        <p:spPr>
          <a:xfrm>
            <a:off x="7633426" y="3357000"/>
            <a:ext cx="234000" cy="2106000"/>
          </a:xfrm>
          <a:solidFill>
            <a:srgbClr val="00893D"/>
          </a:solidFill>
        </p:spPr>
        <p:txBody>
          <a:bodyPr/>
          <a:lstStyle>
            <a:lvl1pPr>
              <a:defRPr sz="100">
                <a:solidFill>
                  <a:srgbClr val="00893D"/>
                </a:solidFill>
              </a:defRPr>
            </a:lvl1pPr>
          </a:lstStyle>
          <a:p>
            <a:pPr lvl="0"/>
            <a:r>
              <a:rPr lang="de-DE"/>
              <a:t>1</a:t>
            </a: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DAA0C0D3-C7D1-47AD-DEA6-A0A5EED92C98}"/>
              </a:ext>
            </a:extLst>
          </p:cNvPr>
          <p:cNvSpPr/>
          <p:nvPr userDrawn="1"/>
        </p:nvSpPr>
        <p:spPr>
          <a:xfrm>
            <a:off x="7751763" y="6457167"/>
            <a:ext cx="3960812" cy="25678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72000" rIns="54000" bIns="72000" rtlCol="0" anchor="ctr"/>
          <a:lstStyle/>
          <a:p>
            <a:pPr algn="ctr">
              <a:lnSpc>
                <a:spcPct val="120000"/>
              </a:lnSpc>
              <a:spcBef>
                <a:spcPts val="600"/>
              </a:spcBef>
            </a:pPr>
            <a:endParaRPr lang="en-US" sz="1200">
              <a:solidFill>
                <a:schemeClr val="tx1"/>
              </a:solidFill>
            </a:endParaRP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D5B8CDE0-1C55-A692-641F-226CB56DF00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92526" y="6337101"/>
            <a:ext cx="1620000" cy="187524"/>
          </a:xfrm>
          <a:prstGeom prst="rect">
            <a:avLst/>
          </a:prstGeom>
        </p:spPr>
      </p:pic>
      <p:sp>
        <p:nvSpPr>
          <p:cNvPr id="13" name="MIO_AGENDA_IGNORE_CHAPTER_REFERENCE" hidden="1">
            <a:extLst>
              <a:ext uri="{FF2B5EF4-FFF2-40B4-BE49-F238E27FC236}">
                <a16:creationId xmlns:a16="http://schemas.microsoft.com/office/drawing/2014/main" id="{6981DCB9-24B0-27F6-D959-DC9EF6AF73F2}"/>
              </a:ext>
            </a:extLst>
          </p:cNvPr>
          <p:cNvSpPr/>
          <p:nvPr userDrawn="1"/>
        </p:nvSpPr>
        <p:spPr>
          <a:xfrm>
            <a:off x="10722634" y="491706"/>
            <a:ext cx="776377" cy="664234"/>
          </a:xfrm>
          <a:prstGeom prst="rect">
            <a:avLst/>
          </a:prstGeom>
          <a:solidFill>
            <a:srgbClr val="EBEB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72000" rIns="54000" bIns="72000" rtlCol="0" anchor="ctr"/>
          <a:lstStyle/>
          <a:p>
            <a:pPr algn="ctr">
              <a:lnSpc>
                <a:spcPct val="120000"/>
              </a:lnSpc>
              <a:spcBef>
                <a:spcPts val="600"/>
              </a:spcBef>
            </a:pPr>
            <a:endParaRPr lang="de-DE" sz="12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778160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 |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Number">
            <a:extLst>
              <a:ext uri="{FF2B5EF4-FFF2-40B4-BE49-F238E27FC236}">
                <a16:creationId xmlns:a16="http://schemas.microsoft.com/office/drawing/2014/main" id="{4D7E2CD3-2954-CD10-B150-9D1B569E91C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0" y="1856660"/>
            <a:ext cx="12192000" cy="3934539"/>
          </a:xfrm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defRPr sz="70000" b="1">
                <a:solidFill>
                  <a:srgbClr val="C9DAD4"/>
                </a:solidFill>
                <a:latin typeface="Noto Sans Black" panose="020B0A02040504020204" pitchFamily="34" charset="0"/>
                <a:ea typeface="Noto Sans Black" panose="020B0A02040504020204" pitchFamily="34" charset="0"/>
                <a:cs typeface="Noto Sans Black" panose="020B0A02040504020204" pitchFamily="34" charset="0"/>
              </a:defRPr>
            </a:lvl1pPr>
            <a:lvl2pPr algn="r">
              <a:defRPr sz="70000"/>
            </a:lvl2pPr>
            <a:lvl3pPr algn="r">
              <a:defRPr sz="70000"/>
            </a:lvl3pPr>
            <a:lvl4pPr algn="r">
              <a:defRPr sz="70000"/>
            </a:lvl4pPr>
            <a:lvl5pPr algn="r">
              <a:defRPr sz="70000"/>
            </a:lvl5pPr>
          </a:lstStyle>
          <a:p>
            <a:pPr lvl="0"/>
            <a:r>
              <a:rPr lang="de-DE"/>
              <a:t>#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6023123F-7395-C3CA-E0AD-5051FCB9D0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04000" y="2787506"/>
            <a:ext cx="9629775" cy="1661993"/>
          </a:xfrm>
        </p:spPr>
        <p:txBody>
          <a:bodyPr/>
          <a:lstStyle>
            <a:lvl1pPr>
              <a:defRPr sz="5400">
                <a:solidFill>
                  <a:schemeClr val="dk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42139537-1D30-AEF7-E049-F4A9E5A25E4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9422" y="7115435"/>
            <a:ext cx="625478" cy="123111"/>
          </a:xfrm>
        </p:spPr>
        <p:txBody>
          <a:bodyPr/>
          <a:lstStyle/>
          <a:p>
            <a:r>
              <a:rPr lang="en-US"/>
              <a:t>Mars 2026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6688713F-EE77-7EEF-7417-3D2FC4EC46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99424" y="7115435"/>
            <a:ext cx="7056248" cy="123111"/>
          </a:xfrm>
        </p:spPr>
        <p:txBody>
          <a:bodyPr/>
          <a:lstStyle/>
          <a:p>
            <a:r>
              <a:rPr lang="de-DE"/>
              <a:t>CONFIDENTIAL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76C74595-52D4-CB11-2083-2D2339304D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52583" y="7115435"/>
            <a:ext cx="360001" cy="123111"/>
          </a:xfrm>
        </p:spPr>
        <p:txBody>
          <a:bodyPr/>
          <a:lstStyle/>
          <a:p>
            <a:fld id="{42C4E3B7-B340-4E97-8B0E-D9BA7642178E}" type="slidenum">
              <a:rPr lang="de-DE"/>
              <a:pPr/>
              <a:t>‹#›</a:t>
            </a:fld>
            <a:endParaRPr lang="de-DE"/>
          </a:p>
        </p:txBody>
      </p:sp>
      <p:sp>
        <p:nvSpPr>
          <p:cNvPr id="7" name="Topic">
            <a:extLst>
              <a:ext uri="{FF2B5EF4-FFF2-40B4-BE49-F238E27FC236}">
                <a16:creationId xmlns:a16="http://schemas.microsoft.com/office/drawing/2014/main" id="{5A09FEA6-3028-1D22-BBFA-F13C4ED1246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47799" y="1447800"/>
            <a:ext cx="5220000" cy="1242938"/>
          </a:xfrm>
        </p:spPr>
        <p:txBody>
          <a:bodyPr wrap="none" anchor="b"/>
          <a:lstStyle>
            <a:lvl1pPr>
              <a:defRPr sz="2400" b="1" cap="none" baseline="0">
                <a:solidFill>
                  <a:srgbClr val="A8A8A8"/>
                </a:solidFill>
              </a:defRPr>
            </a:lvl1pPr>
          </a:lstStyle>
          <a:p>
            <a:pPr lvl="0"/>
            <a:r>
              <a:rPr lang="de-DE"/>
              <a:t>Topic # (optional)</a:t>
            </a:r>
          </a:p>
        </p:txBody>
      </p:sp>
      <p:cxnSp>
        <p:nvCxnSpPr>
          <p:cNvPr id="8" name="Straight Connector 8">
            <a:extLst>
              <a:ext uri="{FF2B5EF4-FFF2-40B4-BE49-F238E27FC236}">
                <a16:creationId xmlns:a16="http://schemas.microsoft.com/office/drawing/2014/main" id="{90B497D3-40E6-112D-73AC-9B2A4FF2BBDF}"/>
              </a:ext>
            </a:extLst>
          </p:cNvPr>
          <p:cNvCxnSpPr>
            <a:cxnSpLocks/>
          </p:cNvCxnSpPr>
          <p:nvPr/>
        </p:nvCxnSpPr>
        <p:spPr bwMode="gray">
          <a:xfrm>
            <a:off x="0" y="2590800"/>
            <a:ext cx="1295400" cy="0"/>
          </a:xfrm>
          <a:prstGeom prst="line">
            <a:avLst/>
          </a:prstGeom>
          <a:ln w="19050" cap="flat" cmpd="sng" algn="ctr">
            <a:solidFill>
              <a:srgbClr val="95B7AB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8">
            <a:extLst>
              <a:ext uri="{FF2B5EF4-FFF2-40B4-BE49-F238E27FC236}">
                <a16:creationId xmlns:a16="http://schemas.microsoft.com/office/drawing/2014/main" id="{90FAA563-D514-492E-CB17-0EBF5636BFC7}"/>
              </a:ext>
            </a:extLst>
          </p:cNvPr>
          <p:cNvCxnSpPr>
            <a:cxnSpLocks/>
          </p:cNvCxnSpPr>
          <p:nvPr userDrawn="1"/>
        </p:nvCxnSpPr>
        <p:spPr bwMode="gray">
          <a:xfrm>
            <a:off x="0" y="2590800"/>
            <a:ext cx="1295400" cy="0"/>
          </a:xfrm>
          <a:prstGeom prst="line">
            <a:avLst/>
          </a:prstGeom>
          <a:ln w="19050" cap="flat" cmpd="sng" algn="ctr">
            <a:solidFill>
              <a:srgbClr val="95B7AB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MIO_AGENDA_IGNORE_CHAPTER_REFERENCE" hidden="1">
            <a:extLst>
              <a:ext uri="{FF2B5EF4-FFF2-40B4-BE49-F238E27FC236}">
                <a16:creationId xmlns:a16="http://schemas.microsoft.com/office/drawing/2014/main" id="{50B44409-99CD-4263-E4A7-C3D7CE59BCCC}"/>
              </a:ext>
            </a:extLst>
          </p:cNvPr>
          <p:cNvSpPr/>
          <p:nvPr userDrawn="1"/>
        </p:nvSpPr>
        <p:spPr>
          <a:xfrm>
            <a:off x="10722634" y="491706"/>
            <a:ext cx="776377" cy="664234"/>
          </a:xfrm>
          <a:prstGeom prst="rect">
            <a:avLst/>
          </a:prstGeom>
          <a:solidFill>
            <a:srgbClr val="EBEB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72000" rIns="54000" bIns="72000" rtlCol="0" anchor="ctr"/>
          <a:lstStyle/>
          <a:p>
            <a:pPr algn="ctr">
              <a:lnSpc>
                <a:spcPct val="120000"/>
              </a:lnSpc>
              <a:spcBef>
                <a:spcPts val="600"/>
              </a:spcBef>
            </a:pPr>
            <a:endParaRPr lang="de-DE" sz="12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192941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 | Carbon 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eck 5">
            <a:extLst>
              <a:ext uri="{FF2B5EF4-FFF2-40B4-BE49-F238E27FC236}">
                <a16:creationId xmlns:a16="http://schemas.microsoft.com/office/drawing/2014/main" id="{23716EB2-9025-C60D-8D22-073E2FFBFD23}"/>
              </a:ext>
            </a:extLst>
          </p:cNvPr>
          <p:cNvSpPr/>
          <p:nvPr/>
        </p:nvSpPr>
        <p:spPr bwMode="gray">
          <a:xfrm>
            <a:off x="0" y="0"/>
            <a:ext cx="12192000" cy="6858000"/>
          </a:xfrm>
          <a:prstGeom prst="rect">
            <a:avLst/>
          </a:prstGeom>
          <a:solidFill>
            <a:schemeClr val="lt2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n-US" sz="1400" b="0" i="0" u="none" baseline="0">
              <a:solidFill>
                <a:srgbClr val="000000"/>
              </a:solidFill>
              <a:latin typeface="Noto Sans" panose="020B0502040504020204" pitchFamily="34" charset="0"/>
            </a:endParaRPr>
          </a:p>
        </p:txBody>
      </p:sp>
      <p:sp>
        <p:nvSpPr>
          <p:cNvPr id="10" name="Number">
            <a:extLst>
              <a:ext uri="{FF2B5EF4-FFF2-40B4-BE49-F238E27FC236}">
                <a16:creationId xmlns:a16="http://schemas.microsoft.com/office/drawing/2014/main" id="{4D7E2CD3-2954-CD10-B150-9D1B569E91C0}"/>
              </a:ext>
            </a:extLst>
          </p:cNvPr>
          <p:cNvSpPr>
            <a:spLocks noGrp="1"/>
          </p:cNvSpPr>
          <p:nvPr>
            <p:ph type="body" sz="quarter" idx="14" hasCustomPrompt="1"/>
            <p:custDataLst>
              <p:tags r:id="rId1"/>
            </p:custDataLst>
          </p:nvPr>
        </p:nvSpPr>
        <p:spPr>
          <a:xfrm>
            <a:off x="0" y="1856660"/>
            <a:ext cx="12192000" cy="3934539"/>
          </a:xfrm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defRPr sz="70000" b="1">
                <a:solidFill>
                  <a:srgbClr val="B0C9C0"/>
                </a:solidFill>
                <a:latin typeface="Noto Sans Black" panose="020B0A02040504020204" pitchFamily="34" charset="0"/>
                <a:ea typeface="Noto Sans Black" panose="020B0A02040504020204" pitchFamily="34" charset="0"/>
                <a:cs typeface="Noto Sans Black" panose="020B0A02040504020204" pitchFamily="34" charset="0"/>
              </a:defRPr>
            </a:lvl1pPr>
            <a:lvl2pPr algn="r">
              <a:defRPr sz="70000"/>
            </a:lvl2pPr>
            <a:lvl3pPr algn="r">
              <a:defRPr sz="70000"/>
            </a:lvl3pPr>
            <a:lvl4pPr algn="r">
              <a:defRPr sz="70000"/>
            </a:lvl4pPr>
            <a:lvl5pPr algn="r">
              <a:defRPr sz="70000"/>
            </a:lvl5pPr>
          </a:lstStyle>
          <a:p>
            <a:pPr lvl="0"/>
            <a:r>
              <a:rPr lang="de-DE"/>
              <a:t>#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6023123F-7395-C3CA-E0AD-5051FCB9D0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04000" y="2787506"/>
            <a:ext cx="9629775" cy="1661993"/>
          </a:xfrm>
        </p:spPr>
        <p:txBody>
          <a:bodyPr/>
          <a:lstStyle>
            <a:lvl1pPr>
              <a:defRPr sz="5400">
                <a:solidFill>
                  <a:schemeClr val="dk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42139537-1D30-AEF7-E049-F4A9E5A25E4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9422" y="7115435"/>
            <a:ext cx="625478" cy="123111"/>
          </a:xfrm>
        </p:spPr>
        <p:txBody>
          <a:bodyPr/>
          <a:lstStyle/>
          <a:p>
            <a:r>
              <a:rPr lang="en-US"/>
              <a:t>Mars 2026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6688713F-EE77-7EEF-7417-3D2FC4EC46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99424" y="7115435"/>
            <a:ext cx="7056248" cy="123111"/>
          </a:xfrm>
        </p:spPr>
        <p:txBody>
          <a:bodyPr/>
          <a:lstStyle/>
          <a:p>
            <a:r>
              <a:rPr lang="de-DE"/>
              <a:t>CONFIDENTIAL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76C74595-52D4-CB11-2083-2D2339304D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52583" y="7115435"/>
            <a:ext cx="360001" cy="123111"/>
          </a:xfrm>
        </p:spPr>
        <p:txBody>
          <a:bodyPr/>
          <a:lstStyle/>
          <a:p>
            <a:fld id="{42C4E3B7-B340-4E97-8B0E-D9BA7642178E}" type="slidenum">
              <a:rPr lang="de-DE"/>
              <a:pPr/>
              <a:t>‹#›</a:t>
            </a:fld>
            <a:endParaRPr lang="de-DE"/>
          </a:p>
        </p:txBody>
      </p:sp>
      <p:sp>
        <p:nvSpPr>
          <p:cNvPr id="7" name="Topic">
            <a:extLst>
              <a:ext uri="{FF2B5EF4-FFF2-40B4-BE49-F238E27FC236}">
                <a16:creationId xmlns:a16="http://schemas.microsoft.com/office/drawing/2014/main" id="{5A09FEA6-3028-1D22-BBFA-F13C4ED1246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47800" y="1447800"/>
            <a:ext cx="5220000" cy="1242938"/>
          </a:xfrm>
        </p:spPr>
        <p:txBody>
          <a:bodyPr wrap="none" anchor="b"/>
          <a:lstStyle>
            <a:lvl1pPr>
              <a:defRPr sz="2400" b="1" cap="none" baseline="0">
                <a:solidFill>
                  <a:srgbClr val="A8A8A8"/>
                </a:solidFill>
              </a:defRPr>
            </a:lvl1pPr>
          </a:lstStyle>
          <a:p>
            <a:pPr lvl="0"/>
            <a:r>
              <a:rPr lang="de-DE"/>
              <a:t>Topic # (optional)</a:t>
            </a:r>
          </a:p>
        </p:txBody>
      </p:sp>
      <p:cxnSp>
        <p:nvCxnSpPr>
          <p:cNvPr id="8" name="Straight Connector 8">
            <a:extLst>
              <a:ext uri="{FF2B5EF4-FFF2-40B4-BE49-F238E27FC236}">
                <a16:creationId xmlns:a16="http://schemas.microsoft.com/office/drawing/2014/main" id="{90B497D3-40E6-112D-73AC-9B2A4FF2BBDF}"/>
              </a:ext>
            </a:extLst>
          </p:cNvPr>
          <p:cNvCxnSpPr>
            <a:cxnSpLocks/>
          </p:cNvCxnSpPr>
          <p:nvPr/>
        </p:nvCxnSpPr>
        <p:spPr bwMode="gray">
          <a:xfrm>
            <a:off x="0" y="2590800"/>
            <a:ext cx="1295400" cy="0"/>
          </a:xfrm>
          <a:prstGeom prst="line">
            <a:avLst/>
          </a:prstGeom>
          <a:ln w="19050">
            <a:solidFill>
              <a:srgbClr val="61968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8">
            <a:extLst>
              <a:ext uri="{FF2B5EF4-FFF2-40B4-BE49-F238E27FC236}">
                <a16:creationId xmlns:a16="http://schemas.microsoft.com/office/drawing/2014/main" id="{E607342D-0C7B-8520-0879-637463872D8C}"/>
              </a:ext>
            </a:extLst>
          </p:cNvPr>
          <p:cNvCxnSpPr>
            <a:cxnSpLocks/>
          </p:cNvCxnSpPr>
          <p:nvPr userDrawn="1"/>
        </p:nvCxnSpPr>
        <p:spPr bwMode="gray">
          <a:xfrm>
            <a:off x="0" y="2590800"/>
            <a:ext cx="1295400" cy="0"/>
          </a:xfrm>
          <a:prstGeom prst="line">
            <a:avLst/>
          </a:prstGeom>
          <a:ln w="19050">
            <a:solidFill>
              <a:srgbClr val="95B7A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MIO_AGENDA_IGNORE_CHAPTER_REFERENCE" hidden="1">
            <a:extLst>
              <a:ext uri="{FF2B5EF4-FFF2-40B4-BE49-F238E27FC236}">
                <a16:creationId xmlns:a16="http://schemas.microsoft.com/office/drawing/2014/main" id="{87CE385E-BE30-6D63-24AB-F7CD8088B822}"/>
              </a:ext>
            </a:extLst>
          </p:cNvPr>
          <p:cNvSpPr/>
          <p:nvPr userDrawn="1"/>
        </p:nvSpPr>
        <p:spPr>
          <a:xfrm>
            <a:off x="10722634" y="491706"/>
            <a:ext cx="776377" cy="664234"/>
          </a:xfrm>
          <a:prstGeom prst="rect">
            <a:avLst/>
          </a:prstGeom>
          <a:solidFill>
            <a:srgbClr val="EBEB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72000" rIns="54000" bIns="72000" rtlCol="0" anchor="ctr"/>
          <a:lstStyle/>
          <a:p>
            <a:pPr algn="ctr">
              <a:lnSpc>
                <a:spcPct val="120000"/>
              </a:lnSpc>
              <a:spcBef>
                <a:spcPts val="600"/>
              </a:spcBef>
            </a:pPr>
            <a:endParaRPr lang="de-DE" sz="12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92905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ub-Section Header | Carbon 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eck 5">
            <a:extLst>
              <a:ext uri="{FF2B5EF4-FFF2-40B4-BE49-F238E27FC236}">
                <a16:creationId xmlns:a16="http://schemas.microsoft.com/office/drawing/2014/main" id="{23716EB2-9025-C60D-8D22-073E2FFBFD23}"/>
              </a:ext>
            </a:extLst>
          </p:cNvPr>
          <p:cNvSpPr/>
          <p:nvPr/>
        </p:nvSpPr>
        <p:spPr bwMode="gray">
          <a:xfrm>
            <a:off x="0" y="0"/>
            <a:ext cx="12192000" cy="6858000"/>
          </a:xfrm>
          <a:prstGeom prst="rect">
            <a:avLst/>
          </a:prstGeom>
          <a:solidFill>
            <a:schemeClr val="lt2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n-US" sz="1400" b="0" i="0" u="none" baseline="0">
              <a:solidFill>
                <a:srgbClr val="000000"/>
              </a:solidFill>
              <a:latin typeface="Noto Sans" panose="020B0502040504020204" pitchFamily="34" charset="0"/>
            </a:endParaRPr>
          </a:p>
        </p:txBody>
      </p:sp>
      <p:sp>
        <p:nvSpPr>
          <p:cNvPr id="12" name="Number">
            <a:extLst>
              <a:ext uri="{FF2B5EF4-FFF2-40B4-BE49-F238E27FC236}">
                <a16:creationId xmlns:a16="http://schemas.microsoft.com/office/drawing/2014/main" id="{94BFC9A3-C93C-90E9-D177-AA22DCFD0B7D}"/>
              </a:ext>
            </a:extLst>
          </p:cNvPr>
          <p:cNvSpPr>
            <a:spLocks noGrp="1"/>
          </p:cNvSpPr>
          <p:nvPr>
            <p:ph type="body" sz="quarter" idx="14" hasCustomPrompt="1"/>
            <p:custDataLst>
              <p:tags r:id="rId1"/>
            </p:custDataLst>
          </p:nvPr>
        </p:nvSpPr>
        <p:spPr>
          <a:xfrm>
            <a:off x="3848993" y="6182049"/>
            <a:ext cx="8343007" cy="1666418"/>
          </a:xfrm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defRPr sz="30000" b="1">
                <a:solidFill>
                  <a:srgbClr val="B0C9C0"/>
                </a:solidFill>
                <a:latin typeface="Noto Sans Black" panose="020B0A02040504020204" pitchFamily="34" charset="0"/>
                <a:ea typeface="Noto Sans Black" panose="020B0A02040504020204" pitchFamily="34" charset="0"/>
                <a:cs typeface="Noto Sans Black" panose="020B0A02040504020204" pitchFamily="34" charset="0"/>
              </a:defRPr>
            </a:lvl1pPr>
            <a:lvl2pPr algn="r">
              <a:defRPr sz="70000"/>
            </a:lvl2pPr>
            <a:lvl3pPr algn="r">
              <a:defRPr sz="70000"/>
            </a:lvl3pPr>
            <a:lvl4pPr algn="r">
              <a:defRPr sz="70000"/>
            </a:lvl4pPr>
            <a:lvl5pPr algn="r">
              <a:defRPr sz="70000"/>
            </a:lvl5pPr>
          </a:lstStyle>
          <a:p>
            <a:pPr lvl="0"/>
            <a:r>
              <a:rPr lang="de-DE"/>
              <a:t>#.#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6023123F-7395-C3CA-E0AD-5051FCB9D0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04000" y="2787506"/>
            <a:ext cx="9629775" cy="1661993"/>
          </a:xfrm>
        </p:spPr>
        <p:txBody>
          <a:bodyPr/>
          <a:lstStyle>
            <a:lvl1pPr>
              <a:defRPr sz="5400">
                <a:solidFill>
                  <a:schemeClr val="dk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42139537-1D30-AEF7-E049-F4A9E5A25E4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9422" y="7115435"/>
            <a:ext cx="625478" cy="123111"/>
          </a:xfrm>
        </p:spPr>
        <p:txBody>
          <a:bodyPr/>
          <a:lstStyle/>
          <a:p>
            <a:r>
              <a:rPr lang="en-US"/>
              <a:t>Mars 2026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6688713F-EE77-7EEF-7417-3D2FC4EC46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99424" y="7115435"/>
            <a:ext cx="7056248" cy="123111"/>
          </a:xfrm>
        </p:spPr>
        <p:txBody>
          <a:bodyPr/>
          <a:lstStyle/>
          <a:p>
            <a:r>
              <a:rPr lang="de-DE"/>
              <a:t>CONFIDENTIAL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76C74595-52D4-CB11-2083-2D2339304D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52583" y="7115435"/>
            <a:ext cx="360001" cy="123111"/>
          </a:xfrm>
        </p:spPr>
        <p:txBody>
          <a:bodyPr/>
          <a:lstStyle/>
          <a:p>
            <a:fld id="{42C4E3B7-B340-4E97-8B0E-D9BA7642178E}" type="slidenum">
              <a:rPr lang="de-DE"/>
              <a:pPr/>
              <a:t>‹#›</a:t>
            </a:fld>
            <a:endParaRPr lang="de-DE"/>
          </a:p>
        </p:txBody>
      </p:sp>
      <p:sp>
        <p:nvSpPr>
          <p:cNvPr id="7" name="Topic">
            <a:extLst>
              <a:ext uri="{FF2B5EF4-FFF2-40B4-BE49-F238E27FC236}">
                <a16:creationId xmlns:a16="http://schemas.microsoft.com/office/drawing/2014/main" id="{5A09FEA6-3028-1D22-BBFA-F13C4ED1246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47800" y="1447800"/>
            <a:ext cx="5220000" cy="1242938"/>
          </a:xfrm>
        </p:spPr>
        <p:txBody>
          <a:bodyPr wrap="none" anchor="b"/>
          <a:lstStyle>
            <a:lvl1pPr>
              <a:defRPr sz="2400" b="1" cap="none" baseline="0">
                <a:solidFill>
                  <a:srgbClr val="A8A8A8"/>
                </a:solidFill>
              </a:defRPr>
            </a:lvl1pPr>
          </a:lstStyle>
          <a:p>
            <a:pPr lvl="0"/>
            <a:r>
              <a:rPr lang="de-DE"/>
              <a:t>Topic # (optional)</a:t>
            </a:r>
          </a:p>
        </p:txBody>
      </p:sp>
      <p:cxnSp>
        <p:nvCxnSpPr>
          <p:cNvPr id="8" name="Straight Connector 8">
            <a:extLst>
              <a:ext uri="{FF2B5EF4-FFF2-40B4-BE49-F238E27FC236}">
                <a16:creationId xmlns:a16="http://schemas.microsoft.com/office/drawing/2014/main" id="{90B497D3-40E6-112D-73AC-9B2A4FF2BBDF}"/>
              </a:ext>
            </a:extLst>
          </p:cNvPr>
          <p:cNvCxnSpPr>
            <a:cxnSpLocks/>
          </p:cNvCxnSpPr>
          <p:nvPr/>
        </p:nvCxnSpPr>
        <p:spPr bwMode="gray">
          <a:xfrm>
            <a:off x="0" y="2590800"/>
            <a:ext cx="1295400" cy="0"/>
          </a:xfrm>
          <a:prstGeom prst="line">
            <a:avLst/>
          </a:prstGeom>
          <a:ln w="19050" cap="flat" cmpd="sng" algn="ctr">
            <a:solidFill>
              <a:srgbClr val="95B7AB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8">
            <a:extLst>
              <a:ext uri="{FF2B5EF4-FFF2-40B4-BE49-F238E27FC236}">
                <a16:creationId xmlns:a16="http://schemas.microsoft.com/office/drawing/2014/main" id="{E607342D-0C7B-8520-0879-637463872D8C}"/>
              </a:ext>
            </a:extLst>
          </p:cNvPr>
          <p:cNvCxnSpPr>
            <a:cxnSpLocks/>
          </p:cNvCxnSpPr>
          <p:nvPr userDrawn="1"/>
        </p:nvCxnSpPr>
        <p:spPr bwMode="gray">
          <a:xfrm>
            <a:off x="0" y="2590800"/>
            <a:ext cx="1295400" cy="0"/>
          </a:xfrm>
          <a:prstGeom prst="line">
            <a:avLst/>
          </a:prstGeom>
          <a:ln w="19050" cap="flat" cmpd="sng" algn="ctr">
            <a:solidFill>
              <a:srgbClr val="95B7AB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MIO_AGENDA_IGNORE_CHAPTER_REFERENCE" hidden="1">
            <a:extLst>
              <a:ext uri="{FF2B5EF4-FFF2-40B4-BE49-F238E27FC236}">
                <a16:creationId xmlns:a16="http://schemas.microsoft.com/office/drawing/2014/main" id="{87CE385E-BE30-6D63-24AB-F7CD8088B822}"/>
              </a:ext>
            </a:extLst>
          </p:cNvPr>
          <p:cNvSpPr/>
          <p:nvPr userDrawn="1"/>
        </p:nvSpPr>
        <p:spPr>
          <a:xfrm>
            <a:off x="10722634" y="491706"/>
            <a:ext cx="776377" cy="664234"/>
          </a:xfrm>
          <a:prstGeom prst="rect">
            <a:avLst/>
          </a:prstGeom>
          <a:solidFill>
            <a:srgbClr val="EBEB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72000" rIns="54000" bIns="72000" rtlCol="0" anchor="ctr"/>
          <a:lstStyle/>
          <a:p>
            <a:pPr algn="ctr">
              <a:lnSpc>
                <a:spcPct val="120000"/>
              </a:lnSpc>
              <a:spcBef>
                <a:spcPts val="600"/>
              </a:spcBef>
            </a:pPr>
            <a:endParaRPr lang="de-DE" sz="12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6835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DCC3346A-DE07-7BFF-EEC9-FFA259A0A0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Mars 2026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DB86A55F-21D9-168D-92F2-91A935A411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CONFIDENTIAL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D263661-E5FB-09ED-FE17-C777F76DC2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C4E3B7-B340-4E97-8B0E-D9BA7642178E}" type="slidenum">
              <a:rPr lang="de-DE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817528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Just Headline |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818A2D4D-3EBD-ACEB-DE33-22542A0BA2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E082BEC0-E5EA-63F2-DBE4-6BC4FA9CD8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Mars 2026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83311B00-3E3E-6CE6-0822-36154CC6B5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CONFIDENTIAL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80556E01-27D2-C56C-4B02-3C76BD3BD4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C4E3B7-B340-4E97-8B0E-D9BA7642178E}" type="slidenum">
              <a:rPr lang="de-DE"/>
              <a:t>‹#›</a:t>
            </a:fld>
            <a:endParaRPr lang="de-DE"/>
          </a:p>
        </p:txBody>
      </p:sp>
      <p:sp>
        <p:nvSpPr>
          <p:cNvPr id="7" name="MIO_CONVERT_SLIDES_SUBTITLE">
            <a:extLst>
              <a:ext uri="{FF2B5EF4-FFF2-40B4-BE49-F238E27FC236}">
                <a16:creationId xmlns:a16="http://schemas.microsoft.com/office/drawing/2014/main" id="{68382814-9A79-F736-ADBE-7FE811FDAD5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9375" y="476024"/>
            <a:ext cx="8928625" cy="115416"/>
          </a:xfrm>
        </p:spPr>
        <p:txBody>
          <a:bodyPr/>
          <a:lstStyle>
            <a:lvl1pPr>
              <a:defRPr sz="800" cap="all" spc="300" baseline="0">
                <a:solidFill>
                  <a:srgbClr val="878787"/>
                </a:solidFill>
              </a:defRPr>
            </a:lvl1pPr>
          </a:lstStyle>
          <a:p>
            <a:r>
              <a:rPr lang="en-US"/>
              <a:t>BU CEC Strategy Workshop 2026</a:t>
            </a:r>
          </a:p>
        </p:txBody>
      </p:sp>
      <p:sp>
        <p:nvSpPr>
          <p:cNvPr id="6" name="Textplatzhalter 10">
            <a:extLst>
              <a:ext uri="{FF2B5EF4-FFF2-40B4-BE49-F238E27FC236}">
                <a16:creationId xmlns:a16="http://schemas.microsoft.com/office/drawing/2014/main" id="{20336019-F854-364F-9FAC-6BBFF9F1CE2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79424" y="6166800"/>
            <a:ext cx="11232000" cy="250341"/>
          </a:xfrm>
        </p:spPr>
        <p:txBody>
          <a:bodyPr anchor="b"/>
          <a:lstStyle>
            <a:lvl1pPr>
              <a:lnSpc>
                <a:spcPct val="100000"/>
              </a:lnSpc>
              <a:spcBef>
                <a:spcPts val="0"/>
              </a:spcBef>
              <a:defRPr sz="800">
                <a:solidFill>
                  <a:srgbClr val="878787"/>
                </a:solidFill>
              </a:defRPr>
            </a:lvl1pPr>
          </a:lstStyle>
          <a:p>
            <a:pPr lvl="0"/>
            <a:r>
              <a:rPr lang="en-US"/>
              <a:t>¹ Insert footnotes for additional information here | ² Insert footnotes for additional information here | ³ Insert footnotes for additional information here | …</a:t>
            </a:r>
          </a:p>
        </p:txBody>
      </p:sp>
    </p:spTree>
    <p:extLst>
      <p:ext uri="{BB962C8B-B14F-4D97-AF65-F5344CB8AC3E}">
        <p14:creationId xmlns:p14="http://schemas.microsoft.com/office/powerpoint/2010/main" val="42918944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3884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ntent |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AF92A341-AE59-7317-A60B-4FE47E5C35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">
            <a:extLst>
              <a:ext uri="{FF2B5EF4-FFF2-40B4-BE49-F238E27FC236}">
                <a16:creationId xmlns:a16="http://schemas.microsoft.com/office/drawing/2014/main" id="{9A3494C0-7E36-FAB6-E218-DAF4BB149B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9375" y="1340580"/>
            <a:ext cx="11233150" cy="4824807"/>
          </a:xfrm>
        </p:spPr>
        <p:txBody>
          <a:bodyPr/>
          <a:lstStyle>
            <a:lvl3pPr marL="345600" indent="-172800"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45600" indent="-172800"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A996FCF-A197-698E-1118-3E15F5D6AB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Mars 2026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39DFE71-560B-093C-2FB0-B95024DDA2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CONFIDENTIAL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4D1182C-8D76-C30C-69B3-7CBA4DBC0B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C4E3B7-B340-4E97-8B0E-D9BA7642178E}" type="slidenum">
              <a:rPr lang="de-DE"/>
              <a:t>‹#›</a:t>
            </a:fld>
            <a:endParaRPr lang="de-DE"/>
          </a:p>
        </p:txBody>
      </p:sp>
      <p:sp>
        <p:nvSpPr>
          <p:cNvPr id="7" name="MIO_CONVERT_SLIDES_SUBTITLE">
            <a:extLst>
              <a:ext uri="{FF2B5EF4-FFF2-40B4-BE49-F238E27FC236}">
                <a16:creationId xmlns:a16="http://schemas.microsoft.com/office/drawing/2014/main" id="{7B9A43E5-A6DF-A714-B73D-13508E8D43C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9375" y="476024"/>
            <a:ext cx="8928625" cy="115416"/>
          </a:xfrm>
        </p:spPr>
        <p:txBody>
          <a:bodyPr/>
          <a:lstStyle>
            <a:lvl1pPr>
              <a:defRPr sz="800" cap="all" spc="300" baseline="0">
                <a:solidFill>
                  <a:srgbClr val="878787"/>
                </a:solidFill>
              </a:defRPr>
            </a:lvl1pPr>
          </a:lstStyle>
          <a:p>
            <a:r>
              <a:rPr lang="en-US"/>
              <a:t>BU CEC Strategy Workshop 2026</a:t>
            </a:r>
          </a:p>
        </p:txBody>
      </p:sp>
      <p:sp>
        <p:nvSpPr>
          <p:cNvPr id="8" name="Footnote">
            <a:extLst>
              <a:ext uri="{FF2B5EF4-FFF2-40B4-BE49-F238E27FC236}">
                <a16:creationId xmlns:a16="http://schemas.microsoft.com/office/drawing/2014/main" id="{F73C92D8-6448-1167-A8D1-296E0724120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79425" y="6165850"/>
            <a:ext cx="11232000" cy="250341"/>
          </a:xfrm>
        </p:spPr>
        <p:txBody>
          <a:bodyPr anchor="b"/>
          <a:lstStyle>
            <a:lvl1pPr>
              <a:lnSpc>
                <a:spcPct val="100000"/>
              </a:lnSpc>
              <a:spcBef>
                <a:spcPts val="0"/>
              </a:spcBef>
              <a:defRPr sz="800">
                <a:solidFill>
                  <a:srgbClr val="878787"/>
                </a:solidFill>
              </a:defRPr>
            </a:lvl1pPr>
          </a:lstStyle>
          <a:p>
            <a:pPr lvl="0"/>
            <a:r>
              <a:rPr lang="en-US"/>
              <a:t>¹ Insert footnotes for additional information here | ² Insert footnotes for additional information here | ³ Insert footnotes for additional information here | …</a:t>
            </a:r>
          </a:p>
        </p:txBody>
      </p:sp>
    </p:spTree>
    <p:extLst>
      <p:ext uri="{BB962C8B-B14F-4D97-AF65-F5344CB8AC3E}">
        <p14:creationId xmlns:p14="http://schemas.microsoft.com/office/powerpoint/2010/main" val="4190168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3884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s |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E3C8A6BB-D48F-D011-12B9-1E74E47FFC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left">
            <a:extLst>
              <a:ext uri="{FF2B5EF4-FFF2-40B4-BE49-F238E27FC236}">
                <a16:creationId xmlns:a16="http://schemas.microsoft.com/office/drawing/2014/main" id="{CE7E2B4F-24AA-8198-5CCB-D00C6A6FAC2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79375" y="1340580"/>
            <a:ext cx="5545138" cy="48248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Content right">
            <a:extLst>
              <a:ext uri="{FF2B5EF4-FFF2-40B4-BE49-F238E27FC236}">
                <a16:creationId xmlns:a16="http://schemas.microsoft.com/office/drawing/2014/main" id="{84C85A17-75E6-CB78-AEB7-60BB1331E1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67439" y="1340580"/>
            <a:ext cx="5545138" cy="48248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1927E9A5-F45D-B3F9-6B6D-B1836B0D0B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Mars 2026</a:t>
            </a:r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76334B6C-5ED6-2A6D-D9F6-283BB3B11E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CONFIDENTIAL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0F559D9-4ECA-D578-8A99-D207A88F07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C4E3B7-B340-4E97-8B0E-D9BA7642178E}" type="slidenum">
              <a:rPr lang="de-DE"/>
              <a:t>‹#›</a:t>
            </a:fld>
            <a:endParaRPr lang="de-DE"/>
          </a:p>
        </p:txBody>
      </p:sp>
      <p:sp>
        <p:nvSpPr>
          <p:cNvPr id="8" name="MIO_CONVERT_SLIDES_SUBTITLE">
            <a:extLst>
              <a:ext uri="{FF2B5EF4-FFF2-40B4-BE49-F238E27FC236}">
                <a16:creationId xmlns:a16="http://schemas.microsoft.com/office/drawing/2014/main" id="{C5ACA44A-1380-E897-F955-D469738121C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9375" y="476024"/>
            <a:ext cx="8928625" cy="115416"/>
          </a:xfrm>
        </p:spPr>
        <p:txBody>
          <a:bodyPr/>
          <a:lstStyle>
            <a:lvl1pPr>
              <a:defRPr sz="800" cap="all" spc="300" baseline="0">
                <a:solidFill>
                  <a:srgbClr val="878787"/>
                </a:solidFill>
              </a:defRPr>
            </a:lvl1pPr>
          </a:lstStyle>
          <a:p>
            <a:r>
              <a:rPr lang="en-US"/>
              <a:t>BU CEC Strategy Workshop 2026</a:t>
            </a:r>
          </a:p>
        </p:txBody>
      </p:sp>
      <p:sp>
        <p:nvSpPr>
          <p:cNvPr id="9" name="Footnote">
            <a:extLst>
              <a:ext uri="{FF2B5EF4-FFF2-40B4-BE49-F238E27FC236}">
                <a16:creationId xmlns:a16="http://schemas.microsoft.com/office/drawing/2014/main" id="{A858F8A0-E7D7-C182-EC89-229FFDC2097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79424" y="6166800"/>
            <a:ext cx="11232000" cy="250341"/>
          </a:xfrm>
        </p:spPr>
        <p:txBody>
          <a:bodyPr anchor="b"/>
          <a:lstStyle>
            <a:lvl1pPr>
              <a:lnSpc>
                <a:spcPct val="100000"/>
              </a:lnSpc>
              <a:spcBef>
                <a:spcPts val="0"/>
              </a:spcBef>
              <a:defRPr sz="800">
                <a:solidFill>
                  <a:srgbClr val="878787"/>
                </a:solidFill>
              </a:defRPr>
            </a:lvl1pPr>
          </a:lstStyle>
          <a:p>
            <a:pPr lvl="0"/>
            <a:r>
              <a:rPr lang="en-US"/>
              <a:t>¹ Insert footnotes for additional information here | ² Insert footnotes for additional information here | ³ Insert footnotes for additional information here | …</a:t>
            </a:r>
          </a:p>
        </p:txBody>
      </p:sp>
    </p:spTree>
    <p:extLst>
      <p:ext uri="{BB962C8B-B14F-4D97-AF65-F5344CB8AC3E}">
        <p14:creationId xmlns:p14="http://schemas.microsoft.com/office/powerpoint/2010/main" val="4528080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3" pos="3795">
          <p15:clr>
            <a:srgbClr val="FBAE40"/>
          </p15:clr>
        </p15:guide>
        <p15:guide id="4" pos="3885">
          <p15:clr>
            <a:srgbClr val="FBAE40"/>
          </p15:clr>
        </p15:guide>
        <p15:guide id="5" orient="horz" pos="3884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s |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E3C8A6BB-D48F-D011-12B9-1E74E47FFC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left">
            <a:extLst>
              <a:ext uri="{FF2B5EF4-FFF2-40B4-BE49-F238E27FC236}">
                <a16:creationId xmlns:a16="http://schemas.microsoft.com/office/drawing/2014/main" id="{CE7E2B4F-24AA-8198-5CCB-D00C6A6FAC2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79375" y="1340580"/>
            <a:ext cx="3647662" cy="48248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Content middle">
            <a:extLst>
              <a:ext uri="{FF2B5EF4-FFF2-40B4-BE49-F238E27FC236}">
                <a16:creationId xmlns:a16="http://schemas.microsoft.com/office/drawing/2014/main" id="{84C85A17-75E6-CB78-AEB7-60BB1331E1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272149" y="1340580"/>
            <a:ext cx="3647662" cy="48248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10" name="Content right">
            <a:extLst>
              <a:ext uri="{FF2B5EF4-FFF2-40B4-BE49-F238E27FC236}">
                <a16:creationId xmlns:a16="http://schemas.microsoft.com/office/drawing/2014/main" id="{48BA25C7-75CC-8521-D13E-9BBA4353A68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064922" y="1340580"/>
            <a:ext cx="3647662" cy="48248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1927E9A5-F45D-B3F9-6B6D-B1836B0D0B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Mars 2026</a:t>
            </a:r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76334B6C-5ED6-2A6D-D9F6-283BB3B11E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CONFIDENTIAL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0F559D9-4ECA-D578-8A99-D207A88F07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C4E3B7-B340-4E97-8B0E-D9BA7642178E}" type="slidenum">
              <a:rPr lang="de-DE"/>
              <a:t>‹#›</a:t>
            </a:fld>
            <a:endParaRPr lang="de-DE"/>
          </a:p>
        </p:txBody>
      </p:sp>
      <p:sp>
        <p:nvSpPr>
          <p:cNvPr id="8" name="MIO_CONVERT_SLIDES_SUBTITLE">
            <a:extLst>
              <a:ext uri="{FF2B5EF4-FFF2-40B4-BE49-F238E27FC236}">
                <a16:creationId xmlns:a16="http://schemas.microsoft.com/office/drawing/2014/main" id="{C5ACA44A-1380-E897-F955-D469738121C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9375" y="476024"/>
            <a:ext cx="8928625" cy="115416"/>
          </a:xfrm>
        </p:spPr>
        <p:txBody>
          <a:bodyPr/>
          <a:lstStyle>
            <a:lvl1pPr>
              <a:defRPr sz="800" cap="all" spc="300" baseline="0">
                <a:solidFill>
                  <a:srgbClr val="878787"/>
                </a:solidFill>
              </a:defRPr>
            </a:lvl1pPr>
          </a:lstStyle>
          <a:p>
            <a:r>
              <a:rPr lang="en-US"/>
              <a:t>BU CEC Strategy Workshop 2026</a:t>
            </a:r>
          </a:p>
        </p:txBody>
      </p:sp>
      <p:sp>
        <p:nvSpPr>
          <p:cNvPr id="9" name="Footnote">
            <a:extLst>
              <a:ext uri="{FF2B5EF4-FFF2-40B4-BE49-F238E27FC236}">
                <a16:creationId xmlns:a16="http://schemas.microsoft.com/office/drawing/2014/main" id="{9974B16A-1B20-17BB-F707-6B707E3269D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79424" y="6166800"/>
            <a:ext cx="11232000" cy="250341"/>
          </a:xfrm>
        </p:spPr>
        <p:txBody>
          <a:bodyPr anchor="b"/>
          <a:lstStyle>
            <a:lvl1pPr>
              <a:lnSpc>
                <a:spcPct val="100000"/>
              </a:lnSpc>
              <a:spcBef>
                <a:spcPts val="0"/>
              </a:spcBef>
              <a:defRPr sz="800">
                <a:solidFill>
                  <a:srgbClr val="878787"/>
                </a:solidFill>
              </a:defRPr>
            </a:lvl1pPr>
          </a:lstStyle>
          <a:p>
            <a:pPr lvl="0"/>
            <a:r>
              <a:rPr lang="en-US"/>
              <a:t>¹ Insert footnotes for additional information here | ² Insert footnotes for additional information here | ³ Insert footnotes for additional information here | …</a:t>
            </a:r>
          </a:p>
        </p:txBody>
      </p:sp>
    </p:spTree>
    <p:extLst>
      <p:ext uri="{BB962C8B-B14F-4D97-AF65-F5344CB8AC3E}">
        <p14:creationId xmlns:p14="http://schemas.microsoft.com/office/powerpoint/2010/main" val="12050456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5" pos="4989">
          <p15:clr>
            <a:srgbClr val="FBAE40"/>
          </p15:clr>
        </p15:guide>
        <p15:guide id="6" pos="5081">
          <p15:clr>
            <a:srgbClr val="FBAE40"/>
          </p15:clr>
        </p15:guide>
        <p15:guide id="7" pos="2690">
          <p15:clr>
            <a:srgbClr val="FBAE40"/>
          </p15:clr>
        </p15:guide>
        <p15:guide id="8" pos="2600">
          <p15:clr>
            <a:srgbClr val="FBAE40"/>
          </p15:clr>
        </p15:guide>
        <p15:guide id="9" orient="horz" pos="3884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s |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E3C8A6BB-D48F-D011-12B9-1E74E47FFC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1927E9A5-F45D-B3F9-6B6D-B1836B0D0B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Mars 2026</a:t>
            </a:r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76334B6C-5ED6-2A6D-D9F6-283BB3B11E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CONFIDENTIAL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0F559D9-4ECA-D578-8A99-D207A88F07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C4E3B7-B340-4E97-8B0E-D9BA7642178E}" type="slidenum">
              <a:rPr lang="de-DE"/>
              <a:t>‹#›</a:t>
            </a:fld>
            <a:endParaRPr lang="de-DE"/>
          </a:p>
        </p:txBody>
      </p:sp>
      <p:sp>
        <p:nvSpPr>
          <p:cNvPr id="8" name="MIO_CONVERT_SLIDES_SUBTITLE">
            <a:extLst>
              <a:ext uri="{FF2B5EF4-FFF2-40B4-BE49-F238E27FC236}">
                <a16:creationId xmlns:a16="http://schemas.microsoft.com/office/drawing/2014/main" id="{C5ACA44A-1380-E897-F955-D469738121C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9375" y="476024"/>
            <a:ext cx="8928625" cy="115416"/>
          </a:xfrm>
        </p:spPr>
        <p:txBody>
          <a:bodyPr/>
          <a:lstStyle>
            <a:lvl1pPr>
              <a:defRPr sz="800" cap="all" spc="300" baseline="0">
                <a:solidFill>
                  <a:srgbClr val="878787"/>
                </a:solidFill>
              </a:defRPr>
            </a:lvl1pPr>
          </a:lstStyle>
          <a:p>
            <a:r>
              <a:rPr lang="en-US"/>
              <a:t>Topline usually Topic</a:t>
            </a:r>
          </a:p>
        </p:txBody>
      </p:sp>
      <p:sp>
        <p:nvSpPr>
          <p:cNvPr id="12" name="Content 1">
            <a:extLst>
              <a:ext uri="{FF2B5EF4-FFF2-40B4-BE49-F238E27FC236}">
                <a16:creationId xmlns:a16="http://schemas.microsoft.com/office/drawing/2014/main" id="{37BE4B4D-CFDD-B8D1-ADCC-0FBE108A000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79375" y="1340580"/>
            <a:ext cx="2700000" cy="48248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13" name="Content 2">
            <a:extLst>
              <a:ext uri="{FF2B5EF4-FFF2-40B4-BE49-F238E27FC236}">
                <a16:creationId xmlns:a16="http://schemas.microsoft.com/office/drawing/2014/main" id="{6866A2D6-5143-DA06-4EB1-AC3BEA043C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323778" y="1340580"/>
            <a:ext cx="2700000" cy="48248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14" name="Content 3">
            <a:extLst>
              <a:ext uri="{FF2B5EF4-FFF2-40B4-BE49-F238E27FC236}">
                <a16:creationId xmlns:a16="http://schemas.microsoft.com/office/drawing/2014/main" id="{29054455-AD76-A317-FC31-A41B80ECF8DD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68181" y="1340580"/>
            <a:ext cx="2700000" cy="48248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15" name="Content 4">
            <a:extLst>
              <a:ext uri="{FF2B5EF4-FFF2-40B4-BE49-F238E27FC236}">
                <a16:creationId xmlns:a16="http://schemas.microsoft.com/office/drawing/2014/main" id="{AE0F360B-178D-DF84-269E-46B3D56DDD3E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9012585" y="1340580"/>
            <a:ext cx="2700000" cy="48248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16" name="Footnote">
            <a:extLst>
              <a:ext uri="{FF2B5EF4-FFF2-40B4-BE49-F238E27FC236}">
                <a16:creationId xmlns:a16="http://schemas.microsoft.com/office/drawing/2014/main" id="{E671ABC2-6291-11C7-0DA9-7DCEA8FB2C7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79424" y="6166800"/>
            <a:ext cx="11232000" cy="250341"/>
          </a:xfrm>
        </p:spPr>
        <p:txBody>
          <a:bodyPr anchor="b"/>
          <a:lstStyle>
            <a:lvl1pPr>
              <a:lnSpc>
                <a:spcPct val="100000"/>
              </a:lnSpc>
              <a:spcBef>
                <a:spcPts val="0"/>
              </a:spcBef>
              <a:defRPr sz="800">
                <a:solidFill>
                  <a:srgbClr val="878787"/>
                </a:solidFill>
              </a:defRPr>
            </a:lvl1pPr>
          </a:lstStyle>
          <a:p>
            <a:pPr lvl="0"/>
            <a:r>
              <a:rPr lang="en-US"/>
              <a:t>¹ Insert footnotes for additional information here | ² Insert footnotes for additional information here | ³ Insert footnotes for additional information here | …</a:t>
            </a:r>
          </a:p>
        </p:txBody>
      </p:sp>
    </p:spTree>
    <p:extLst>
      <p:ext uri="{BB962C8B-B14F-4D97-AF65-F5344CB8AC3E}">
        <p14:creationId xmlns:p14="http://schemas.microsoft.com/office/powerpoint/2010/main" val="37388736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3884">
          <p15:clr>
            <a:srgbClr val="FBAE40"/>
          </p15:clr>
        </p15:guide>
        <p15:guide id="2" pos="2003">
          <p15:clr>
            <a:srgbClr val="FBAE40"/>
          </p15:clr>
        </p15:guide>
        <p15:guide id="3" pos="2091">
          <p15:clr>
            <a:srgbClr val="FBAE40"/>
          </p15:clr>
        </p15:guide>
        <p15:guide id="4" pos="3795">
          <p15:clr>
            <a:srgbClr val="FBAE40"/>
          </p15:clr>
        </p15:guide>
        <p15:guide id="5" pos="3885">
          <p15:clr>
            <a:srgbClr val="FBAE40"/>
          </p15:clr>
        </p15:guide>
        <p15:guide id="6" pos="5586">
          <p15:clr>
            <a:srgbClr val="FBAE40"/>
          </p15:clr>
        </p15:guide>
        <p15:guide id="7" pos="5678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ey Aspects |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AF92A341-AE59-7317-A60B-4FE47E5C35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left">
            <a:extLst>
              <a:ext uri="{FF2B5EF4-FFF2-40B4-BE49-F238E27FC236}">
                <a16:creationId xmlns:a16="http://schemas.microsoft.com/office/drawing/2014/main" id="{9A3494C0-7E36-FAB6-E218-DAF4BB149B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9375" y="1340580"/>
            <a:ext cx="7848600" cy="482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A996FCF-A197-698E-1118-3E15F5D6AB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Mars 2026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39DFE71-560B-093C-2FB0-B95024DDA2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CONFIDENTIAL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4D1182C-8D76-C30C-69B3-7CBA4DBC0B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C4E3B7-B340-4E97-8B0E-D9BA7642178E}" type="slidenum">
              <a:rPr lang="de-DE"/>
              <a:t>‹#›</a:t>
            </a:fld>
            <a:endParaRPr lang="de-DE"/>
          </a:p>
        </p:txBody>
      </p:sp>
      <p:sp>
        <p:nvSpPr>
          <p:cNvPr id="7" name="MIO_CONVERT_SLIDES_SUBTITLE">
            <a:extLst>
              <a:ext uri="{FF2B5EF4-FFF2-40B4-BE49-F238E27FC236}">
                <a16:creationId xmlns:a16="http://schemas.microsoft.com/office/drawing/2014/main" id="{7B9A43E5-A6DF-A714-B73D-13508E8D43C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9375" y="476024"/>
            <a:ext cx="8928625" cy="115416"/>
          </a:xfrm>
        </p:spPr>
        <p:txBody>
          <a:bodyPr/>
          <a:lstStyle>
            <a:lvl1pPr>
              <a:defRPr sz="800" cap="all" spc="300" baseline="0">
                <a:solidFill>
                  <a:srgbClr val="878787"/>
                </a:solidFill>
              </a:defRPr>
            </a:lvl1pPr>
          </a:lstStyle>
          <a:p>
            <a:r>
              <a:rPr lang="en-US"/>
              <a:t>BU CEC Strategy Workshop 2026</a:t>
            </a:r>
          </a:p>
        </p:txBody>
      </p:sp>
      <p:cxnSp>
        <p:nvCxnSpPr>
          <p:cNvPr id="8" name="Straight Connector 30">
            <a:extLst>
              <a:ext uri="{FF2B5EF4-FFF2-40B4-BE49-F238E27FC236}">
                <a16:creationId xmlns:a16="http://schemas.microsoft.com/office/drawing/2014/main" id="{8158F510-4543-6AE7-9404-7270C56BAD64}"/>
              </a:ext>
            </a:extLst>
          </p:cNvPr>
          <p:cNvCxnSpPr>
            <a:cxnSpLocks/>
          </p:cNvCxnSpPr>
          <p:nvPr>
            <p:custDataLst>
              <p:tags r:id="rId1"/>
            </p:custDataLst>
          </p:nvPr>
        </p:nvCxnSpPr>
        <p:spPr bwMode="gray">
          <a:xfrm>
            <a:off x="8618533" y="1340579"/>
            <a:ext cx="0" cy="4824001"/>
          </a:xfrm>
          <a:prstGeom prst="line">
            <a:avLst/>
          </a:prstGeom>
          <a:ln w="6350">
            <a:solidFill>
              <a:srgbClr val="878787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Overline">
            <a:extLst>
              <a:ext uri="{FF2B5EF4-FFF2-40B4-BE49-F238E27FC236}">
                <a16:creationId xmlns:a16="http://schemas.microsoft.com/office/drawing/2014/main" id="{54A57B10-0806-EE10-8CEC-EF03A914165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906400" y="1340724"/>
            <a:ext cx="2806170" cy="337447"/>
          </a:xfrm>
        </p:spPr>
        <p:txBody>
          <a:bodyPr/>
          <a:lstStyle>
            <a:lvl1pPr>
              <a:lnSpc>
                <a:spcPct val="100000"/>
              </a:lnSpc>
              <a:defRPr sz="1400" b="1"/>
            </a:lvl1pPr>
          </a:lstStyle>
          <a:p>
            <a:pPr lvl="0"/>
            <a:r>
              <a:rPr lang="de-DE" err="1"/>
              <a:t>Overline</a:t>
            </a:r>
            <a:r>
              <a:rPr lang="de-DE"/>
              <a:t> (Teaser </a:t>
            </a:r>
            <a:r>
              <a:rPr lang="de-DE" err="1"/>
              <a:t>text</a:t>
            </a:r>
            <a:r>
              <a:rPr lang="de-DE"/>
              <a:t>), </a:t>
            </a:r>
            <a:r>
              <a:rPr lang="de-DE" err="1"/>
              <a:t>bold</a:t>
            </a:r>
            <a:r>
              <a:rPr lang="de-DE"/>
              <a:t>.</a:t>
            </a:r>
          </a:p>
        </p:txBody>
      </p:sp>
      <p:sp>
        <p:nvSpPr>
          <p:cNvPr id="12" name="Content right">
            <a:extLst>
              <a:ext uri="{FF2B5EF4-FFF2-40B4-BE49-F238E27FC236}">
                <a16:creationId xmlns:a16="http://schemas.microsoft.com/office/drawing/2014/main" id="{0B93BF9A-33F5-4981-4957-85243F8EA1D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906400" y="1678172"/>
            <a:ext cx="2808001" cy="34338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11" name="Footnote">
            <a:extLst>
              <a:ext uri="{FF2B5EF4-FFF2-40B4-BE49-F238E27FC236}">
                <a16:creationId xmlns:a16="http://schemas.microsoft.com/office/drawing/2014/main" id="{A8105C7A-86DA-6E7B-6A18-59E74532B1F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79424" y="6166800"/>
            <a:ext cx="7848549" cy="250341"/>
          </a:xfrm>
        </p:spPr>
        <p:txBody>
          <a:bodyPr anchor="b"/>
          <a:lstStyle>
            <a:lvl1pPr>
              <a:lnSpc>
                <a:spcPct val="100000"/>
              </a:lnSpc>
              <a:spcBef>
                <a:spcPts val="0"/>
              </a:spcBef>
              <a:defRPr sz="800">
                <a:solidFill>
                  <a:srgbClr val="878787"/>
                </a:solidFill>
              </a:defRPr>
            </a:lvl1pPr>
          </a:lstStyle>
          <a:p>
            <a:pPr lvl="0"/>
            <a:r>
              <a:rPr lang="en-US"/>
              <a:t>¹ Insert footnotes for additional information here | ² Insert footnotes for additional information here | ³ Insert footnotes for additional information here | …</a:t>
            </a:r>
          </a:p>
        </p:txBody>
      </p:sp>
      <p:sp>
        <p:nvSpPr>
          <p:cNvPr id="9" name="Conclusion">
            <a:extLst>
              <a:ext uri="{FF2B5EF4-FFF2-40B4-BE49-F238E27FC236}">
                <a16:creationId xmlns:a16="http://schemas.microsoft.com/office/drawing/2014/main" id="{692BBBE9-7519-56FD-E90A-9D8E1D525B2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906401" y="5573509"/>
            <a:ext cx="2808001" cy="591071"/>
          </a:xfrm>
          <a:solidFill>
            <a:srgbClr val="619685"/>
          </a:solidFill>
        </p:spPr>
        <p:txBody>
          <a:bodyPr lIns="144000" tIns="72000" rIns="144000" bIns="90000" anchor="b">
            <a:spAutoFit/>
          </a:bodyPr>
          <a:lstStyle>
            <a:lvl1pPr>
              <a:lnSpc>
                <a:spcPct val="120000"/>
              </a:lnSpc>
              <a:spcBef>
                <a:spcPts val="0"/>
              </a:spcBef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de-DE"/>
              <a:t>Mastertextformat </a:t>
            </a:r>
            <a:br>
              <a:rPr lang="de-DE"/>
            </a:br>
            <a:r>
              <a:rPr lang="de-DE"/>
              <a:t>bearbeiten</a:t>
            </a:r>
          </a:p>
        </p:txBody>
      </p:sp>
      <p:cxnSp>
        <p:nvCxnSpPr>
          <p:cNvPr id="13" name="Straight Connector 30">
            <a:extLst>
              <a:ext uri="{FF2B5EF4-FFF2-40B4-BE49-F238E27FC236}">
                <a16:creationId xmlns:a16="http://schemas.microsoft.com/office/drawing/2014/main" id="{A6043DE1-C47C-B3B2-9747-BEE9A45183C5}"/>
              </a:ext>
            </a:extLst>
          </p:cNvPr>
          <p:cNvCxnSpPr>
            <a:cxnSpLocks/>
          </p:cNvCxnSpPr>
          <p:nvPr userDrawn="1">
            <p:custDataLst>
              <p:tags r:id="rId2"/>
            </p:custDataLst>
          </p:nvPr>
        </p:nvCxnSpPr>
        <p:spPr bwMode="gray">
          <a:xfrm>
            <a:off x="8618533" y="1340579"/>
            <a:ext cx="0" cy="4824001"/>
          </a:xfrm>
          <a:prstGeom prst="line">
            <a:avLst/>
          </a:prstGeom>
          <a:ln w="6350">
            <a:solidFill>
              <a:srgbClr val="878787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890400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3884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|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E3C8A6BB-D48F-D011-12B9-1E74E47FFC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1927E9A5-F45D-B3F9-6B6D-B1836B0D0B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Mars 2026</a:t>
            </a:r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76334B6C-5ED6-2A6D-D9F6-283BB3B11E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CONFIDENTIAL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0F559D9-4ECA-D578-8A99-D207A88F07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C4E3B7-B340-4E97-8B0E-D9BA7642178E}" type="slidenum">
              <a:rPr lang="de-DE"/>
              <a:t>‹#›</a:t>
            </a:fld>
            <a:endParaRPr lang="de-DE"/>
          </a:p>
        </p:txBody>
      </p:sp>
      <p:sp>
        <p:nvSpPr>
          <p:cNvPr id="8" name="MIO_CONVERT_SLIDES_SUBTITLE">
            <a:extLst>
              <a:ext uri="{FF2B5EF4-FFF2-40B4-BE49-F238E27FC236}">
                <a16:creationId xmlns:a16="http://schemas.microsoft.com/office/drawing/2014/main" id="{C5ACA44A-1380-E897-F955-D469738121C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9375" y="476024"/>
            <a:ext cx="8928625" cy="115416"/>
          </a:xfrm>
        </p:spPr>
        <p:txBody>
          <a:bodyPr/>
          <a:lstStyle>
            <a:lvl1pPr>
              <a:defRPr sz="800" cap="all" spc="300" baseline="0">
                <a:solidFill>
                  <a:srgbClr val="878787"/>
                </a:solidFill>
              </a:defRPr>
            </a:lvl1pPr>
          </a:lstStyle>
          <a:p>
            <a:r>
              <a:rPr lang="en-US"/>
              <a:t>Topline usually Topic</a:t>
            </a:r>
          </a:p>
        </p:txBody>
      </p:sp>
      <p:sp>
        <p:nvSpPr>
          <p:cNvPr id="11" name="Content left">
            <a:extLst>
              <a:ext uri="{FF2B5EF4-FFF2-40B4-BE49-F238E27FC236}">
                <a16:creationId xmlns:a16="http://schemas.microsoft.com/office/drawing/2014/main" id="{12C9B869-1223-B7DD-64CA-71F7DD3A75A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79375" y="1339200"/>
            <a:ext cx="5040569" cy="482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15" name="Content right">
            <a:extLst>
              <a:ext uri="{FF2B5EF4-FFF2-40B4-BE49-F238E27FC236}">
                <a16:creationId xmlns:a16="http://schemas.microsoft.com/office/drawing/2014/main" id="{02B7A186-8034-ED64-E1E4-6562647A1E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672015" y="1339200"/>
            <a:ext cx="5040569" cy="48240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cxnSp>
        <p:nvCxnSpPr>
          <p:cNvPr id="16" name="Straight Connector 30">
            <a:extLst>
              <a:ext uri="{FF2B5EF4-FFF2-40B4-BE49-F238E27FC236}">
                <a16:creationId xmlns:a16="http://schemas.microsoft.com/office/drawing/2014/main" id="{BD46E923-F552-A039-9B3D-1A367BD52B29}"/>
              </a:ext>
            </a:extLst>
          </p:cNvPr>
          <p:cNvCxnSpPr>
            <a:cxnSpLocks/>
          </p:cNvCxnSpPr>
          <p:nvPr userDrawn="1">
            <p:custDataLst>
              <p:tags r:id="rId1"/>
            </p:custDataLst>
          </p:nvPr>
        </p:nvCxnSpPr>
        <p:spPr bwMode="gray">
          <a:xfrm>
            <a:off x="6096000" y="4363201"/>
            <a:ext cx="0" cy="1800000"/>
          </a:xfrm>
          <a:prstGeom prst="line">
            <a:avLst/>
          </a:prstGeom>
          <a:ln w="6350">
            <a:solidFill>
              <a:srgbClr val="878787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30">
            <a:extLst>
              <a:ext uri="{FF2B5EF4-FFF2-40B4-BE49-F238E27FC236}">
                <a16:creationId xmlns:a16="http://schemas.microsoft.com/office/drawing/2014/main" id="{6E1A39C5-D360-C3A7-4AD3-DE450DD786CD}"/>
              </a:ext>
            </a:extLst>
          </p:cNvPr>
          <p:cNvCxnSpPr>
            <a:cxnSpLocks/>
          </p:cNvCxnSpPr>
          <p:nvPr userDrawn="1">
            <p:custDataLst>
              <p:tags r:id="rId2"/>
            </p:custDataLst>
          </p:nvPr>
        </p:nvCxnSpPr>
        <p:spPr bwMode="gray">
          <a:xfrm flipH="1">
            <a:off x="6095999" y="1340579"/>
            <a:ext cx="1" cy="1800000"/>
          </a:xfrm>
          <a:prstGeom prst="line">
            <a:avLst/>
          </a:prstGeom>
          <a:ln w="6350">
            <a:solidFill>
              <a:srgbClr val="878787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" name="Grafik 17">
            <a:extLst>
              <a:ext uri="{FF2B5EF4-FFF2-40B4-BE49-F238E27FC236}">
                <a16:creationId xmlns:a16="http://schemas.microsoft.com/office/drawing/2014/main" id="{0A6D7AC7-847E-754F-B822-A76E53E8BA0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960429" y="3457345"/>
            <a:ext cx="360000" cy="589091"/>
          </a:xfrm>
          <a:prstGeom prst="rect">
            <a:avLst/>
          </a:prstGeom>
        </p:spPr>
      </p:pic>
      <p:sp>
        <p:nvSpPr>
          <p:cNvPr id="19" name="Footnote">
            <a:extLst>
              <a:ext uri="{FF2B5EF4-FFF2-40B4-BE49-F238E27FC236}">
                <a16:creationId xmlns:a16="http://schemas.microsoft.com/office/drawing/2014/main" id="{AAEC7CFA-3752-3263-EC58-30A15FB3807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79424" y="6166800"/>
            <a:ext cx="11232000" cy="250341"/>
          </a:xfrm>
        </p:spPr>
        <p:txBody>
          <a:bodyPr anchor="b"/>
          <a:lstStyle>
            <a:lvl1pPr>
              <a:lnSpc>
                <a:spcPct val="100000"/>
              </a:lnSpc>
              <a:spcBef>
                <a:spcPts val="0"/>
              </a:spcBef>
              <a:defRPr sz="800">
                <a:solidFill>
                  <a:srgbClr val="878787"/>
                </a:solidFill>
              </a:defRPr>
            </a:lvl1pPr>
          </a:lstStyle>
          <a:p>
            <a:pPr lvl="0"/>
            <a:r>
              <a:rPr lang="en-US"/>
              <a:t>¹ Insert footnotes for additional information here | ² Insert footnotes for additional information here | ³ Insert footnotes for additional information here | …</a:t>
            </a:r>
          </a:p>
        </p:txBody>
      </p:sp>
    </p:spTree>
    <p:extLst>
      <p:ext uri="{BB962C8B-B14F-4D97-AF65-F5344CB8AC3E}">
        <p14:creationId xmlns:p14="http://schemas.microsoft.com/office/powerpoint/2010/main" val="19657290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3884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arg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02DB293A-0A29-0326-DCB5-BD8AB9CEEF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C0D3C7FE-9588-2A3E-AFC5-00D9378591D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9422" y="7033792"/>
            <a:ext cx="625478" cy="123111"/>
          </a:xfrm>
        </p:spPr>
        <p:txBody>
          <a:bodyPr/>
          <a:lstStyle/>
          <a:p>
            <a:r>
              <a:rPr lang="en-US"/>
              <a:t>Mars 2026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7B410E3D-A999-0083-C1B8-7501BBF20C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99424" y="7033792"/>
            <a:ext cx="7056248" cy="123111"/>
          </a:xfrm>
        </p:spPr>
        <p:txBody>
          <a:bodyPr/>
          <a:lstStyle/>
          <a:p>
            <a:r>
              <a:rPr lang="de-DE"/>
              <a:t>CONFIDENTIAL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8471C80C-009B-0AB0-BC0E-AE0937B32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52583" y="7033792"/>
            <a:ext cx="360001" cy="123111"/>
          </a:xfrm>
        </p:spPr>
        <p:txBody>
          <a:bodyPr/>
          <a:lstStyle/>
          <a:p>
            <a:fld id="{42C4E3B7-B340-4E97-8B0E-D9BA7642178E}" type="slidenum">
              <a:rPr lang="de-DE"/>
              <a:pPr/>
              <a:t>‹#›</a:t>
            </a:fld>
            <a:endParaRPr lang="de-DE"/>
          </a:p>
        </p:txBody>
      </p:sp>
      <p:sp>
        <p:nvSpPr>
          <p:cNvPr id="8" name="MIO_CONVERT_SLIDES_SUBTITLE">
            <a:extLst>
              <a:ext uri="{FF2B5EF4-FFF2-40B4-BE49-F238E27FC236}">
                <a16:creationId xmlns:a16="http://schemas.microsoft.com/office/drawing/2014/main" id="{2159DC9A-A010-CFE0-9F91-1B18DB5773E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79375" y="476024"/>
            <a:ext cx="8928625" cy="115416"/>
          </a:xfrm>
        </p:spPr>
        <p:txBody>
          <a:bodyPr/>
          <a:lstStyle>
            <a:lvl1pPr>
              <a:defRPr sz="800" cap="all" spc="300" baseline="0">
                <a:solidFill>
                  <a:srgbClr val="878787"/>
                </a:solidFill>
              </a:defRPr>
            </a:lvl1pPr>
          </a:lstStyle>
          <a:p>
            <a:r>
              <a:rPr lang="en-US"/>
              <a:t>Topline usually Topic</a:t>
            </a:r>
          </a:p>
        </p:txBody>
      </p:sp>
      <p:sp>
        <p:nvSpPr>
          <p:cNvPr id="9" name="Bildplatzhalter 8">
            <a:extLst>
              <a:ext uri="{FF2B5EF4-FFF2-40B4-BE49-F238E27FC236}">
                <a16:creationId xmlns:a16="http://schemas.microsoft.com/office/drawing/2014/main" id="{3A13BA07-06F1-C75E-B12F-D9ABCC4E79B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1340580"/>
            <a:ext cx="12192000" cy="5517420"/>
          </a:xfrm>
          <a:solidFill>
            <a:srgbClr val="E3E3E3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2270530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|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53F3D5A2-16D7-D2DB-C464-1CF731F1DA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D78AB93A-6F01-B612-509A-25F546BB06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Mars 2026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A62EECA7-F994-4474-F5A9-67D28380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CONFIDENTIAL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5F0B770A-895B-70DE-FDEC-714E84A865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C4E3B7-B340-4E97-8B0E-D9BA7642178E}" type="slidenum">
              <a:rPr lang="de-DE"/>
              <a:pPr/>
              <a:t>‹#›</a:t>
            </a:fld>
            <a:endParaRPr lang="de-DE"/>
          </a:p>
        </p:txBody>
      </p:sp>
      <p:sp>
        <p:nvSpPr>
          <p:cNvPr id="6" name="MIO_CONVERT_SLIDES_SUBTITLE">
            <a:extLst>
              <a:ext uri="{FF2B5EF4-FFF2-40B4-BE49-F238E27FC236}">
                <a16:creationId xmlns:a16="http://schemas.microsoft.com/office/drawing/2014/main" id="{FBCF9CDF-8FA3-A63B-FA90-CB1F2819100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79375" y="476024"/>
            <a:ext cx="8928625" cy="115416"/>
          </a:xfrm>
        </p:spPr>
        <p:txBody>
          <a:bodyPr/>
          <a:lstStyle>
            <a:lvl1pPr>
              <a:defRPr sz="800" cap="all" spc="300" baseline="0">
                <a:solidFill>
                  <a:srgbClr val="878787"/>
                </a:solidFill>
              </a:defRPr>
            </a:lvl1pPr>
          </a:lstStyle>
          <a:p>
            <a:r>
              <a:rPr lang="en-US"/>
              <a:t>Topline usually Topic</a:t>
            </a:r>
          </a:p>
        </p:txBody>
      </p:sp>
      <p:sp>
        <p:nvSpPr>
          <p:cNvPr id="8" name="Bildplatzhalter 7">
            <a:extLst>
              <a:ext uri="{FF2B5EF4-FFF2-40B4-BE49-F238E27FC236}">
                <a16:creationId xmlns:a16="http://schemas.microsoft.com/office/drawing/2014/main" id="{E85B3299-FE9F-8E3B-FC17-C1EB090D3B5B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7751764" y="1628772"/>
            <a:ext cx="3960821" cy="4679951"/>
          </a:xfrm>
          <a:solidFill>
            <a:srgbClr val="E3E3E3"/>
          </a:solidFill>
        </p:spPr>
        <p:txBody>
          <a:bodyPr vert="horz" lIns="0" tIns="0" rIns="0" bIns="0" rtlCol="0" anchor="ctr">
            <a:noAutofit/>
          </a:bodyPr>
          <a:lstStyle>
            <a:lvl1pPr algn="ctr">
              <a:defRPr lang="de-DE"/>
            </a:lvl1pPr>
          </a:lstStyle>
          <a:p>
            <a:pPr lvl="0" algn="ctr"/>
            <a:r>
              <a:rPr lang="en-US"/>
              <a:t>Click icon to add picture</a:t>
            </a:r>
          </a:p>
        </p:txBody>
      </p:sp>
      <p:sp>
        <p:nvSpPr>
          <p:cNvPr id="10" name="Quote">
            <a:extLst>
              <a:ext uri="{FF2B5EF4-FFF2-40B4-BE49-F238E27FC236}">
                <a16:creationId xmlns:a16="http://schemas.microsoft.com/office/drawing/2014/main" id="{4BE864C4-DE8B-777A-1A0D-CFC3C6A58C5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55888" y="2228851"/>
            <a:ext cx="6119875" cy="1846659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000" b="0">
                <a:solidFill>
                  <a:schemeClr val="dk2"/>
                </a:solidFill>
              </a:defRPr>
            </a:lvl1pPr>
          </a:lstStyle>
          <a:p>
            <a:pPr lvl="0"/>
            <a:r>
              <a:rPr lang="en-US"/>
              <a:t>“Quote. With up to 3 lines of text in Carbon Gray.”</a:t>
            </a:r>
          </a:p>
        </p:txBody>
      </p:sp>
      <p:cxnSp>
        <p:nvCxnSpPr>
          <p:cNvPr id="11" name="Gerader Verbinder 10">
            <a:extLst>
              <a:ext uri="{FF2B5EF4-FFF2-40B4-BE49-F238E27FC236}">
                <a16:creationId xmlns:a16="http://schemas.microsoft.com/office/drawing/2014/main" id="{32457AD6-FC75-AC51-81F6-9F00027FEAFB}"/>
              </a:ext>
            </a:extLst>
          </p:cNvPr>
          <p:cNvCxnSpPr>
            <a:cxnSpLocks/>
          </p:cNvCxnSpPr>
          <p:nvPr/>
        </p:nvCxnSpPr>
        <p:spPr bwMode="gray">
          <a:xfrm>
            <a:off x="1055888" y="4549146"/>
            <a:ext cx="1080000" cy="0"/>
          </a:xfrm>
          <a:prstGeom prst="line">
            <a:avLst/>
          </a:prstGeom>
          <a:ln w="6350">
            <a:solidFill>
              <a:srgbClr val="64646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Name">
            <a:extLst>
              <a:ext uri="{FF2B5EF4-FFF2-40B4-BE49-F238E27FC236}">
                <a16:creationId xmlns:a16="http://schemas.microsoft.com/office/drawing/2014/main" id="{9DF927A2-8E33-9704-D203-297E80F8A9B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283173" y="4385554"/>
            <a:ext cx="4892590" cy="246221"/>
          </a:xfrm>
        </p:spPr>
        <p:txBody>
          <a:bodyPr/>
          <a:lstStyle>
            <a:lvl1pPr>
              <a:defRPr sz="1600">
                <a:solidFill>
                  <a:srgbClr val="646464"/>
                </a:solidFill>
              </a:defRPr>
            </a:lvl1pPr>
          </a:lstStyle>
          <a:p>
            <a:pPr lvl="0"/>
            <a:r>
              <a:rPr lang="de-DE"/>
              <a:t>Name – Additional Info </a:t>
            </a:r>
            <a:r>
              <a:rPr lang="de-DE" err="1"/>
              <a:t>about</a:t>
            </a:r>
            <a:r>
              <a:rPr lang="de-DE"/>
              <a:t> </a:t>
            </a:r>
            <a:r>
              <a:rPr lang="de-DE" err="1"/>
              <a:t>author</a:t>
            </a:r>
            <a:endParaRPr lang="de-DE"/>
          </a:p>
        </p:txBody>
      </p:sp>
      <p:cxnSp>
        <p:nvCxnSpPr>
          <p:cNvPr id="7" name="Gerader Verbinder 6">
            <a:extLst>
              <a:ext uri="{FF2B5EF4-FFF2-40B4-BE49-F238E27FC236}">
                <a16:creationId xmlns:a16="http://schemas.microsoft.com/office/drawing/2014/main" id="{D8C38F21-301C-1C7B-C83E-93CE7B8EDD68}"/>
              </a:ext>
            </a:extLst>
          </p:cNvPr>
          <p:cNvCxnSpPr>
            <a:cxnSpLocks/>
          </p:cNvCxnSpPr>
          <p:nvPr userDrawn="1"/>
        </p:nvCxnSpPr>
        <p:spPr bwMode="gray">
          <a:xfrm>
            <a:off x="1055888" y="4549146"/>
            <a:ext cx="1080000" cy="0"/>
          </a:xfrm>
          <a:prstGeom prst="line">
            <a:avLst/>
          </a:prstGeom>
          <a:ln w="6350">
            <a:solidFill>
              <a:srgbClr val="64646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85180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&amp;A Bas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287CAFE7-EBEF-EBE0-CCF5-ED8631B3E7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9422" y="7115435"/>
            <a:ext cx="625478" cy="123111"/>
          </a:xfrm>
        </p:spPr>
        <p:txBody>
          <a:bodyPr/>
          <a:lstStyle/>
          <a:p>
            <a:r>
              <a:rPr lang="en-US"/>
              <a:t>Mars 2026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EAC11E8-DE5B-473E-693E-EC4BF91E56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99424" y="7115435"/>
            <a:ext cx="7056248" cy="123111"/>
          </a:xfrm>
        </p:spPr>
        <p:txBody>
          <a:bodyPr/>
          <a:lstStyle/>
          <a:p>
            <a:r>
              <a:rPr lang="en-US"/>
              <a:t>CONFIDENTIAL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6CCEB6AF-5005-160E-A119-CF142CFF46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52583" y="7115435"/>
            <a:ext cx="360001" cy="123111"/>
          </a:xfrm>
        </p:spPr>
        <p:txBody>
          <a:bodyPr/>
          <a:lstStyle/>
          <a:p>
            <a:fld id="{42C4E3B7-B340-4E97-8B0E-D9BA7642178E}" type="slidenum">
              <a:rPr lang="en-US"/>
              <a:pPr/>
              <a:t>‹#›</a:t>
            </a:fld>
            <a:endParaRPr lang="en-US"/>
          </a:p>
        </p:txBody>
      </p:sp>
      <p:grpSp>
        <p:nvGrpSpPr>
          <p:cNvPr id="14" name="Gruppieren 13">
            <a:extLst>
              <a:ext uri="{FF2B5EF4-FFF2-40B4-BE49-F238E27FC236}">
                <a16:creationId xmlns:a16="http://schemas.microsoft.com/office/drawing/2014/main" id="{2FC50409-51B2-E654-EF34-5C2BB778DF8F}"/>
              </a:ext>
            </a:extLst>
          </p:cNvPr>
          <p:cNvGrpSpPr/>
          <p:nvPr/>
        </p:nvGrpSpPr>
        <p:grpSpPr>
          <a:xfrm>
            <a:off x="2819646" y="2171374"/>
            <a:ext cx="6552709" cy="2515253"/>
            <a:chOff x="2819645" y="2138586"/>
            <a:chExt cx="6552709" cy="2515253"/>
          </a:xfrm>
        </p:grpSpPr>
        <p:sp>
          <p:nvSpPr>
            <p:cNvPr id="11" name="Freihandform: Form 10">
              <a:extLst>
                <a:ext uri="{FF2B5EF4-FFF2-40B4-BE49-F238E27FC236}">
                  <a16:creationId xmlns:a16="http://schemas.microsoft.com/office/drawing/2014/main" id="{82AEE0FF-C8B2-9A15-27E7-F6E92CDB1149}"/>
                </a:ext>
              </a:extLst>
            </p:cNvPr>
            <p:cNvSpPr/>
            <p:nvPr/>
          </p:nvSpPr>
          <p:spPr>
            <a:xfrm>
              <a:off x="2819645" y="2138586"/>
              <a:ext cx="2004688" cy="2515253"/>
            </a:xfrm>
            <a:custGeom>
              <a:avLst/>
              <a:gdLst>
                <a:gd name="connsiteX0" fmla="*/ 1948483 w 2004688"/>
                <a:gd name="connsiteY0" fmla="*/ 1032800 h 2515253"/>
                <a:gd name="connsiteX1" fmla="*/ 1847780 w 2004688"/>
                <a:gd name="connsiteY1" fmla="*/ 1585500 h 2515253"/>
                <a:gd name="connsiteX2" fmla="*/ 1515226 w 2004688"/>
                <a:gd name="connsiteY2" fmla="*/ 1950844 h 2515253"/>
                <a:gd name="connsiteX3" fmla="*/ 2004689 w 2004688"/>
                <a:gd name="connsiteY3" fmla="*/ 2515253 h 2515253"/>
                <a:gd name="connsiteX4" fmla="*/ 1330214 w 2004688"/>
                <a:gd name="connsiteY4" fmla="*/ 2515253 h 2515253"/>
                <a:gd name="connsiteX5" fmla="*/ 992977 w 2004688"/>
                <a:gd name="connsiteY5" fmla="*/ 2065599 h 2515253"/>
                <a:gd name="connsiteX6" fmla="*/ 974241 w 2004688"/>
                <a:gd name="connsiteY6" fmla="*/ 2065599 h 2515253"/>
                <a:gd name="connsiteX7" fmla="*/ 421547 w 2004688"/>
                <a:gd name="connsiteY7" fmla="*/ 1936792 h 2515253"/>
                <a:gd name="connsiteX8" fmla="*/ 103045 w 2004688"/>
                <a:gd name="connsiteY8" fmla="*/ 1573790 h 2515253"/>
                <a:gd name="connsiteX9" fmla="*/ 0 w 2004688"/>
                <a:gd name="connsiteY9" fmla="*/ 1028116 h 2515253"/>
                <a:gd name="connsiteX10" fmla="*/ 103045 w 2004688"/>
                <a:gd name="connsiteY10" fmla="*/ 484783 h 2515253"/>
                <a:gd name="connsiteX11" fmla="*/ 423889 w 2004688"/>
                <a:gd name="connsiteY11" fmla="*/ 126465 h 2515253"/>
                <a:gd name="connsiteX12" fmla="*/ 976583 w 2004688"/>
                <a:gd name="connsiteY12" fmla="*/ 0 h 2515253"/>
                <a:gd name="connsiteX13" fmla="*/ 1533962 w 2004688"/>
                <a:gd name="connsiteY13" fmla="*/ 128807 h 2515253"/>
                <a:gd name="connsiteX14" fmla="*/ 1847780 w 2004688"/>
                <a:gd name="connsiteY14" fmla="*/ 489467 h 2515253"/>
                <a:gd name="connsiteX15" fmla="*/ 1948483 w 2004688"/>
                <a:gd name="connsiteY15" fmla="*/ 1032800 h 2515253"/>
                <a:gd name="connsiteX16" fmla="*/ 569088 w 2004688"/>
                <a:gd name="connsiteY16" fmla="*/ 1032800 h 2515253"/>
                <a:gd name="connsiteX17" fmla="*/ 662765 w 2004688"/>
                <a:gd name="connsiteY17" fmla="*/ 1459034 h 2515253"/>
                <a:gd name="connsiteX18" fmla="*/ 974241 w 2004688"/>
                <a:gd name="connsiteY18" fmla="*/ 1613603 h 2515253"/>
                <a:gd name="connsiteX19" fmla="*/ 1288059 w 2004688"/>
                <a:gd name="connsiteY19" fmla="*/ 1459034 h 2515253"/>
                <a:gd name="connsiteX20" fmla="*/ 1377053 w 2004688"/>
                <a:gd name="connsiteY20" fmla="*/ 1032800 h 2515253"/>
                <a:gd name="connsiteX21" fmla="*/ 1288059 w 2004688"/>
                <a:gd name="connsiteY21" fmla="*/ 601881 h 2515253"/>
                <a:gd name="connsiteX22" fmla="*/ 976583 w 2004688"/>
                <a:gd name="connsiteY22" fmla="*/ 444970 h 2515253"/>
                <a:gd name="connsiteX23" fmla="*/ 662765 w 2004688"/>
                <a:gd name="connsiteY23" fmla="*/ 601881 h 2515253"/>
                <a:gd name="connsiteX24" fmla="*/ 569088 w 2004688"/>
                <a:gd name="connsiteY24" fmla="*/ 1032800 h 25152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004688" h="2515253">
                  <a:moveTo>
                    <a:pt x="1948483" y="1032800"/>
                  </a:moveTo>
                  <a:cubicBezTo>
                    <a:pt x="1948483" y="1243575"/>
                    <a:pt x="1915695" y="1426247"/>
                    <a:pt x="1847780" y="1585500"/>
                  </a:cubicBezTo>
                  <a:cubicBezTo>
                    <a:pt x="1779864" y="1744752"/>
                    <a:pt x="1669793" y="1866533"/>
                    <a:pt x="1515226" y="1950844"/>
                  </a:cubicBezTo>
                  <a:lnTo>
                    <a:pt x="2004689" y="2515253"/>
                  </a:lnTo>
                  <a:lnTo>
                    <a:pt x="1330214" y="2515253"/>
                  </a:lnTo>
                  <a:lnTo>
                    <a:pt x="992977" y="2065599"/>
                  </a:lnTo>
                  <a:lnTo>
                    <a:pt x="974241" y="2065599"/>
                  </a:lnTo>
                  <a:cubicBezTo>
                    <a:pt x="749416" y="2065599"/>
                    <a:pt x="564404" y="2023444"/>
                    <a:pt x="421547" y="1936792"/>
                  </a:cubicBezTo>
                  <a:cubicBezTo>
                    <a:pt x="276347" y="1850140"/>
                    <a:pt x="170961" y="1730700"/>
                    <a:pt x="103045" y="1573790"/>
                  </a:cubicBezTo>
                  <a:cubicBezTo>
                    <a:pt x="35129" y="1419221"/>
                    <a:pt x="0" y="1236549"/>
                    <a:pt x="0" y="1028116"/>
                  </a:cubicBezTo>
                  <a:cubicBezTo>
                    <a:pt x="0" y="819682"/>
                    <a:pt x="35129" y="639352"/>
                    <a:pt x="103045" y="484783"/>
                  </a:cubicBezTo>
                  <a:cubicBezTo>
                    <a:pt x="173303" y="330215"/>
                    <a:pt x="278689" y="210775"/>
                    <a:pt x="423889" y="126465"/>
                  </a:cubicBezTo>
                  <a:cubicBezTo>
                    <a:pt x="569088" y="42155"/>
                    <a:pt x="751758" y="0"/>
                    <a:pt x="976583" y="0"/>
                  </a:cubicBezTo>
                  <a:cubicBezTo>
                    <a:pt x="1201408" y="0"/>
                    <a:pt x="1391104" y="42155"/>
                    <a:pt x="1533962" y="128807"/>
                  </a:cubicBezTo>
                  <a:cubicBezTo>
                    <a:pt x="1676819" y="213117"/>
                    <a:pt x="1782206" y="334899"/>
                    <a:pt x="1847780" y="489467"/>
                  </a:cubicBezTo>
                  <a:cubicBezTo>
                    <a:pt x="1913354" y="644036"/>
                    <a:pt x="1948483" y="824366"/>
                    <a:pt x="1948483" y="1032800"/>
                  </a:cubicBezTo>
                  <a:close/>
                  <a:moveTo>
                    <a:pt x="569088" y="1032800"/>
                  </a:moveTo>
                  <a:cubicBezTo>
                    <a:pt x="569088" y="1215472"/>
                    <a:pt x="599533" y="1355989"/>
                    <a:pt x="662765" y="1459034"/>
                  </a:cubicBezTo>
                  <a:cubicBezTo>
                    <a:pt x="725997" y="1562080"/>
                    <a:pt x="829042" y="1613603"/>
                    <a:pt x="974241" y="1613603"/>
                  </a:cubicBezTo>
                  <a:cubicBezTo>
                    <a:pt x="1119441" y="1613603"/>
                    <a:pt x="1229511" y="1562080"/>
                    <a:pt x="1288059" y="1459034"/>
                  </a:cubicBezTo>
                  <a:cubicBezTo>
                    <a:pt x="1348949" y="1355989"/>
                    <a:pt x="1377053" y="1213130"/>
                    <a:pt x="1377053" y="1032800"/>
                  </a:cubicBezTo>
                  <a:cubicBezTo>
                    <a:pt x="1377053" y="852470"/>
                    <a:pt x="1346608" y="707269"/>
                    <a:pt x="1288059" y="601881"/>
                  </a:cubicBezTo>
                  <a:cubicBezTo>
                    <a:pt x="1227169" y="496493"/>
                    <a:pt x="1124125" y="444970"/>
                    <a:pt x="976583" y="444970"/>
                  </a:cubicBezTo>
                  <a:cubicBezTo>
                    <a:pt x="829042" y="444970"/>
                    <a:pt x="723655" y="496493"/>
                    <a:pt x="662765" y="601881"/>
                  </a:cubicBezTo>
                  <a:cubicBezTo>
                    <a:pt x="601875" y="707269"/>
                    <a:pt x="569088" y="850128"/>
                    <a:pt x="569088" y="1032800"/>
                  </a:cubicBezTo>
                  <a:close/>
                </a:path>
              </a:pathLst>
            </a:custGeom>
            <a:solidFill>
              <a:srgbClr val="237864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2" name="Freihandform: Form 11">
              <a:extLst>
                <a:ext uri="{FF2B5EF4-FFF2-40B4-BE49-F238E27FC236}">
                  <a16:creationId xmlns:a16="http://schemas.microsoft.com/office/drawing/2014/main" id="{CAAEB60D-66B3-3C71-2473-EA2D2F91A4EB}"/>
                </a:ext>
              </a:extLst>
            </p:cNvPr>
            <p:cNvSpPr/>
            <p:nvPr/>
          </p:nvSpPr>
          <p:spPr>
            <a:xfrm>
              <a:off x="5014030" y="2145611"/>
              <a:ext cx="2161597" cy="2060915"/>
            </a:xfrm>
            <a:custGeom>
              <a:avLst/>
              <a:gdLst>
                <a:gd name="connsiteX0" fmla="*/ 833726 w 2161597"/>
                <a:gd name="connsiteY0" fmla="*/ 0 h 2060915"/>
                <a:gd name="connsiteX1" fmla="*/ 1281034 w 2161597"/>
                <a:gd name="connsiteY1" fmla="*/ 126465 h 2060915"/>
                <a:gd name="connsiteX2" fmla="*/ 1444968 w 2161597"/>
                <a:gd name="connsiteY2" fmla="*/ 477758 h 2060915"/>
                <a:gd name="connsiteX3" fmla="*/ 1344266 w 2161597"/>
                <a:gd name="connsiteY3" fmla="*/ 777527 h 2060915"/>
                <a:gd name="connsiteX4" fmla="*/ 1081970 w 2161597"/>
                <a:gd name="connsiteY4" fmla="*/ 1002354 h 2060915"/>
                <a:gd name="connsiteX5" fmla="*/ 1353633 w 2161597"/>
                <a:gd name="connsiteY5" fmla="*/ 1259969 h 2060915"/>
                <a:gd name="connsiteX6" fmla="*/ 1496491 w 2161597"/>
                <a:gd name="connsiteY6" fmla="*/ 903992 h 2060915"/>
                <a:gd name="connsiteX7" fmla="*/ 2053869 w 2161597"/>
                <a:gd name="connsiteY7" fmla="*/ 903992 h 2060915"/>
                <a:gd name="connsiteX8" fmla="*/ 1918037 w 2161597"/>
                <a:gd name="connsiteY8" fmla="*/ 1297440 h 2060915"/>
                <a:gd name="connsiteX9" fmla="*/ 1723658 w 2161597"/>
                <a:gd name="connsiteY9" fmla="*/ 1608919 h 2060915"/>
                <a:gd name="connsiteX10" fmla="*/ 2161598 w 2161597"/>
                <a:gd name="connsiteY10" fmla="*/ 2030470 h 2060915"/>
                <a:gd name="connsiteX11" fmla="*/ 1468388 w 2161597"/>
                <a:gd name="connsiteY11" fmla="*/ 2030470 h 2060915"/>
                <a:gd name="connsiteX12" fmla="*/ 1332556 w 2161597"/>
                <a:gd name="connsiteY12" fmla="*/ 1889953 h 2060915"/>
                <a:gd name="connsiteX13" fmla="*/ 1182673 w 2161597"/>
                <a:gd name="connsiteY13" fmla="*/ 1976605 h 2060915"/>
                <a:gd name="connsiteX14" fmla="*/ 1002344 w 2161597"/>
                <a:gd name="connsiteY14" fmla="*/ 2037496 h 2060915"/>
                <a:gd name="connsiteX15" fmla="*/ 728339 w 2161597"/>
                <a:gd name="connsiteY15" fmla="*/ 2060915 h 2060915"/>
                <a:gd name="connsiteX16" fmla="*/ 332554 w 2161597"/>
                <a:gd name="connsiteY16" fmla="*/ 1981289 h 2060915"/>
                <a:gd name="connsiteX17" fmla="*/ 84309 w 2161597"/>
                <a:gd name="connsiteY17" fmla="*/ 1768172 h 2060915"/>
                <a:gd name="connsiteX18" fmla="*/ 0 w 2161597"/>
                <a:gd name="connsiteY18" fmla="*/ 1475428 h 2060915"/>
                <a:gd name="connsiteX19" fmla="*/ 96019 w 2161597"/>
                <a:gd name="connsiteY19" fmla="*/ 1156923 h 2060915"/>
                <a:gd name="connsiteX20" fmla="*/ 372366 w 2161597"/>
                <a:gd name="connsiteY20" fmla="*/ 925070 h 2060915"/>
                <a:gd name="connsiteX21" fmla="*/ 241218 w 2161597"/>
                <a:gd name="connsiteY21" fmla="*/ 718978 h 2060915"/>
                <a:gd name="connsiteX22" fmla="*/ 194380 w 2161597"/>
                <a:gd name="connsiteY22" fmla="*/ 477758 h 2060915"/>
                <a:gd name="connsiteX23" fmla="*/ 355973 w 2161597"/>
                <a:gd name="connsiteY23" fmla="*/ 135833 h 2060915"/>
                <a:gd name="connsiteX24" fmla="*/ 833726 w 2161597"/>
                <a:gd name="connsiteY24" fmla="*/ 0 h 2060915"/>
                <a:gd name="connsiteX25" fmla="*/ 669791 w 2161597"/>
                <a:gd name="connsiteY25" fmla="*/ 1220156 h 2060915"/>
                <a:gd name="connsiteX26" fmla="*/ 583140 w 2161597"/>
                <a:gd name="connsiteY26" fmla="*/ 1318517 h 2060915"/>
                <a:gd name="connsiteX27" fmla="*/ 557378 w 2161597"/>
                <a:gd name="connsiteY27" fmla="*/ 1435615 h 2060915"/>
                <a:gd name="connsiteX28" fmla="*/ 618269 w 2161597"/>
                <a:gd name="connsiteY28" fmla="*/ 1578474 h 2060915"/>
                <a:gd name="connsiteX29" fmla="*/ 782203 w 2161597"/>
                <a:gd name="connsiteY29" fmla="*/ 1632339 h 2060915"/>
                <a:gd name="connsiteX30" fmla="*/ 920377 w 2161597"/>
                <a:gd name="connsiteY30" fmla="*/ 1611261 h 2060915"/>
                <a:gd name="connsiteX31" fmla="*/ 1009370 w 2161597"/>
                <a:gd name="connsiteY31" fmla="*/ 1564422 h 2060915"/>
                <a:gd name="connsiteX32" fmla="*/ 669791 w 2161597"/>
                <a:gd name="connsiteY32" fmla="*/ 1217814 h 2060915"/>
                <a:gd name="connsiteX33" fmla="*/ 824358 w 2161597"/>
                <a:gd name="connsiteY33" fmla="*/ 351292 h 2060915"/>
                <a:gd name="connsiteX34" fmla="*/ 723655 w 2161597"/>
                <a:gd name="connsiteY34" fmla="*/ 384080 h 2060915"/>
                <a:gd name="connsiteX35" fmla="*/ 679159 w 2161597"/>
                <a:gd name="connsiteY35" fmla="*/ 494151 h 2060915"/>
                <a:gd name="connsiteX36" fmla="*/ 716629 w 2161597"/>
                <a:gd name="connsiteY36" fmla="*/ 608907 h 2060915"/>
                <a:gd name="connsiteX37" fmla="*/ 800939 w 2161597"/>
                <a:gd name="connsiteY37" fmla="*/ 707269 h 2060915"/>
                <a:gd name="connsiteX38" fmla="*/ 920377 w 2161597"/>
                <a:gd name="connsiteY38" fmla="*/ 599539 h 2060915"/>
                <a:gd name="connsiteX39" fmla="*/ 960190 w 2161597"/>
                <a:gd name="connsiteY39" fmla="*/ 475416 h 2060915"/>
                <a:gd name="connsiteX40" fmla="*/ 920377 w 2161597"/>
                <a:gd name="connsiteY40" fmla="*/ 379396 h 2060915"/>
                <a:gd name="connsiteX41" fmla="*/ 822016 w 2161597"/>
                <a:gd name="connsiteY41" fmla="*/ 348950 h 20609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</a:cxnLst>
              <a:rect l="l" t="t" r="r" b="b"/>
              <a:pathLst>
                <a:path w="2161597" h="2060915">
                  <a:moveTo>
                    <a:pt x="833726" y="0"/>
                  </a:moveTo>
                  <a:cubicBezTo>
                    <a:pt x="1023422" y="0"/>
                    <a:pt x="1173305" y="42155"/>
                    <a:pt x="1281034" y="126465"/>
                  </a:cubicBezTo>
                  <a:cubicBezTo>
                    <a:pt x="1391104" y="210775"/>
                    <a:pt x="1444968" y="327873"/>
                    <a:pt x="1444968" y="477758"/>
                  </a:cubicBezTo>
                  <a:cubicBezTo>
                    <a:pt x="1444968" y="594855"/>
                    <a:pt x="1412181" y="693217"/>
                    <a:pt x="1344266" y="777527"/>
                  </a:cubicBezTo>
                  <a:cubicBezTo>
                    <a:pt x="1276350" y="861837"/>
                    <a:pt x="1189698" y="936780"/>
                    <a:pt x="1081970" y="1002354"/>
                  </a:cubicBezTo>
                  <a:lnTo>
                    <a:pt x="1353633" y="1259969"/>
                  </a:lnTo>
                  <a:cubicBezTo>
                    <a:pt x="1421549" y="1156923"/>
                    <a:pt x="1468388" y="1037483"/>
                    <a:pt x="1496491" y="903992"/>
                  </a:cubicBezTo>
                  <a:lnTo>
                    <a:pt x="2053869" y="903992"/>
                  </a:lnTo>
                  <a:cubicBezTo>
                    <a:pt x="2023424" y="1039825"/>
                    <a:pt x="1978928" y="1170975"/>
                    <a:pt x="1918037" y="1297440"/>
                  </a:cubicBezTo>
                  <a:cubicBezTo>
                    <a:pt x="1857147" y="1423905"/>
                    <a:pt x="1793916" y="1526951"/>
                    <a:pt x="1723658" y="1608919"/>
                  </a:cubicBezTo>
                  <a:lnTo>
                    <a:pt x="2161598" y="2030470"/>
                  </a:lnTo>
                  <a:lnTo>
                    <a:pt x="1468388" y="2030470"/>
                  </a:lnTo>
                  <a:lnTo>
                    <a:pt x="1332556" y="1889953"/>
                  </a:lnTo>
                  <a:cubicBezTo>
                    <a:pt x="1281034" y="1922740"/>
                    <a:pt x="1231853" y="1950844"/>
                    <a:pt x="1182673" y="1976605"/>
                  </a:cubicBezTo>
                  <a:cubicBezTo>
                    <a:pt x="1133492" y="2002366"/>
                    <a:pt x="1072602" y="2021102"/>
                    <a:pt x="1002344" y="2037496"/>
                  </a:cubicBezTo>
                  <a:cubicBezTo>
                    <a:pt x="932087" y="2051547"/>
                    <a:pt x="840752" y="2060915"/>
                    <a:pt x="728339" y="2060915"/>
                  </a:cubicBezTo>
                  <a:cubicBezTo>
                    <a:pt x="573772" y="2060915"/>
                    <a:pt x="440282" y="2035154"/>
                    <a:pt x="332554" y="1981289"/>
                  </a:cubicBezTo>
                  <a:cubicBezTo>
                    <a:pt x="224825" y="1927424"/>
                    <a:pt x="140515" y="1857166"/>
                    <a:pt x="84309" y="1768172"/>
                  </a:cubicBezTo>
                  <a:cubicBezTo>
                    <a:pt x="28103" y="1679178"/>
                    <a:pt x="0" y="1580816"/>
                    <a:pt x="0" y="1475428"/>
                  </a:cubicBezTo>
                  <a:cubicBezTo>
                    <a:pt x="0" y="1355989"/>
                    <a:pt x="32787" y="1248259"/>
                    <a:pt x="96019" y="1156923"/>
                  </a:cubicBezTo>
                  <a:cubicBezTo>
                    <a:pt x="161593" y="1063245"/>
                    <a:pt x="252928" y="985961"/>
                    <a:pt x="372366" y="925070"/>
                  </a:cubicBezTo>
                  <a:cubicBezTo>
                    <a:pt x="316160" y="859495"/>
                    <a:pt x="271663" y="791579"/>
                    <a:pt x="241218" y="718978"/>
                  </a:cubicBezTo>
                  <a:cubicBezTo>
                    <a:pt x="208432" y="648720"/>
                    <a:pt x="194380" y="566752"/>
                    <a:pt x="194380" y="477758"/>
                  </a:cubicBezTo>
                  <a:cubicBezTo>
                    <a:pt x="194380" y="339583"/>
                    <a:pt x="248244" y="224827"/>
                    <a:pt x="355973" y="135833"/>
                  </a:cubicBezTo>
                  <a:cubicBezTo>
                    <a:pt x="466043" y="46839"/>
                    <a:pt x="625294" y="0"/>
                    <a:pt x="833726" y="0"/>
                  </a:cubicBezTo>
                  <a:close/>
                  <a:moveTo>
                    <a:pt x="669791" y="1220156"/>
                  </a:moveTo>
                  <a:cubicBezTo>
                    <a:pt x="629978" y="1250601"/>
                    <a:pt x="601875" y="1283388"/>
                    <a:pt x="583140" y="1318517"/>
                  </a:cubicBezTo>
                  <a:cubicBezTo>
                    <a:pt x="564404" y="1353647"/>
                    <a:pt x="557378" y="1393460"/>
                    <a:pt x="557378" y="1435615"/>
                  </a:cubicBezTo>
                  <a:cubicBezTo>
                    <a:pt x="557378" y="1494164"/>
                    <a:pt x="578456" y="1541003"/>
                    <a:pt x="618269" y="1578474"/>
                  </a:cubicBezTo>
                  <a:cubicBezTo>
                    <a:pt x="660423" y="1615945"/>
                    <a:pt x="714288" y="1632339"/>
                    <a:pt x="782203" y="1632339"/>
                  </a:cubicBezTo>
                  <a:cubicBezTo>
                    <a:pt x="833726" y="1632339"/>
                    <a:pt x="880564" y="1625313"/>
                    <a:pt x="920377" y="1611261"/>
                  </a:cubicBezTo>
                  <a:cubicBezTo>
                    <a:pt x="960190" y="1597209"/>
                    <a:pt x="990635" y="1580816"/>
                    <a:pt x="1009370" y="1564422"/>
                  </a:cubicBezTo>
                  <a:lnTo>
                    <a:pt x="669791" y="1217814"/>
                  </a:lnTo>
                  <a:close/>
                  <a:moveTo>
                    <a:pt x="824358" y="351292"/>
                  </a:moveTo>
                  <a:cubicBezTo>
                    <a:pt x="786887" y="351292"/>
                    <a:pt x="754100" y="363002"/>
                    <a:pt x="723655" y="384080"/>
                  </a:cubicBezTo>
                  <a:cubicBezTo>
                    <a:pt x="695552" y="407499"/>
                    <a:pt x="679159" y="442628"/>
                    <a:pt x="679159" y="494151"/>
                  </a:cubicBezTo>
                  <a:cubicBezTo>
                    <a:pt x="679159" y="536306"/>
                    <a:pt x="690868" y="573778"/>
                    <a:pt x="716629" y="608907"/>
                  </a:cubicBezTo>
                  <a:cubicBezTo>
                    <a:pt x="740049" y="644036"/>
                    <a:pt x="768152" y="676823"/>
                    <a:pt x="800939" y="707269"/>
                  </a:cubicBezTo>
                  <a:cubicBezTo>
                    <a:pt x="852461" y="676823"/>
                    <a:pt x="892274" y="641694"/>
                    <a:pt x="920377" y="599539"/>
                  </a:cubicBezTo>
                  <a:cubicBezTo>
                    <a:pt x="948480" y="557384"/>
                    <a:pt x="960190" y="517571"/>
                    <a:pt x="960190" y="475416"/>
                  </a:cubicBezTo>
                  <a:cubicBezTo>
                    <a:pt x="960190" y="430919"/>
                    <a:pt x="946138" y="398131"/>
                    <a:pt x="920377" y="379396"/>
                  </a:cubicBezTo>
                  <a:cubicBezTo>
                    <a:pt x="894616" y="360660"/>
                    <a:pt x="861829" y="348950"/>
                    <a:pt x="822016" y="348950"/>
                  </a:cubicBezTo>
                  <a:close/>
                </a:path>
              </a:pathLst>
            </a:custGeom>
            <a:solidFill>
              <a:srgbClr val="237864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3" name="Freihandform: Form 12">
              <a:extLst>
                <a:ext uri="{FF2B5EF4-FFF2-40B4-BE49-F238E27FC236}">
                  <a16:creationId xmlns:a16="http://schemas.microsoft.com/office/drawing/2014/main" id="{E91663BC-3829-501A-0B21-B1B4B2F36740}"/>
                </a:ext>
              </a:extLst>
            </p:cNvPr>
            <p:cNvSpPr/>
            <p:nvPr/>
          </p:nvSpPr>
          <p:spPr>
            <a:xfrm>
              <a:off x="7334879" y="2164347"/>
              <a:ext cx="2037475" cy="2014076"/>
            </a:xfrm>
            <a:custGeom>
              <a:avLst/>
              <a:gdLst>
                <a:gd name="connsiteX0" fmla="*/ 1444968 w 2037475"/>
                <a:gd name="connsiteY0" fmla="*/ 2014076 h 2014076"/>
                <a:gd name="connsiteX1" fmla="*/ 1346608 w 2037475"/>
                <a:gd name="connsiteY1" fmla="*/ 1637023 h 2014076"/>
                <a:gd name="connsiteX2" fmla="*/ 695552 w 2037475"/>
                <a:gd name="connsiteY2" fmla="*/ 1637023 h 2014076"/>
                <a:gd name="connsiteX3" fmla="*/ 594849 w 2037475"/>
                <a:gd name="connsiteY3" fmla="*/ 2014076 h 2014076"/>
                <a:gd name="connsiteX4" fmla="*/ 0 w 2037475"/>
                <a:gd name="connsiteY4" fmla="*/ 2014076 h 2014076"/>
                <a:gd name="connsiteX5" fmla="*/ 653397 w 2037475"/>
                <a:gd name="connsiteY5" fmla="*/ 0 h 2014076"/>
                <a:gd name="connsiteX6" fmla="*/ 1374710 w 2037475"/>
                <a:gd name="connsiteY6" fmla="*/ 0 h 2014076"/>
                <a:gd name="connsiteX7" fmla="*/ 2037475 w 2037475"/>
                <a:gd name="connsiteY7" fmla="*/ 2014076 h 2014076"/>
                <a:gd name="connsiteX8" fmla="*/ 1444968 w 2037475"/>
                <a:gd name="connsiteY8" fmla="*/ 2014076 h 2014076"/>
                <a:gd name="connsiteX9" fmla="*/ 1147544 w 2037475"/>
                <a:gd name="connsiteY9" fmla="*/ 864179 h 2014076"/>
                <a:gd name="connsiteX10" fmla="*/ 1107731 w 2037475"/>
                <a:gd name="connsiteY10" fmla="*/ 711953 h 2014076"/>
                <a:gd name="connsiteX11" fmla="*/ 1056208 w 2037475"/>
                <a:gd name="connsiteY11" fmla="*/ 505861 h 2014076"/>
                <a:gd name="connsiteX12" fmla="*/ 1016396 w 2037475"/>
                <a:gd name="connsiteY12" fmla="*/ 332557 h 2014076"/>
                <a:gd name="connsiteX13" fmla="*/ 981267 w 2037475"/>
                <a:gd name="connsiteY13" fmla="*/ 501177 h 2014076"/>
                <a:gd name="connsiteX14" fmla="*/ 934428 w 2037475"/>
                <a:gd name="connsiteY14" fmla="*/ 700243 h 2014076"/>
                <a:gd name="connsiteX15" fmla="*/ 894616 w 2037475"/>
                <a:gd name="connsiteY15" fmla="*/ 866521 h 2014076"/>
                <a:gd name="connsiteX16" fmla="*/ 807964 w 2037475"/>
                <a:gd name="connsiteY16" fmla="*/ 1194394 h 2014076"/>
                <a:gd name="connsiteX17" fmla="*/ 1234195 w 2037475"/>
                <a:gd name="connsiteY17" fmla="*/ 1194394 h 2014076"/>
                <a:gd name="connsiteX18" fmla="*/ 1147544 w 2037475"/>
                <a:gd name="connsiteY18" fmla="*/ 866521 h 20140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037475" h="2014076">
                  <a:moveTo>
                    <a:pt x="1444968" y="2014076"/>
                  </a:moveTo>
                  <a:lnTo>
                    <a:pt x="1346608" y="1637023"/>
                  </a:lnTo>
                  <a:lnTo>
                    <a:pt x="695552" y="1637023"/>
                  </a:lnTo>
                  <a:lnTo>
                    <a:pt x="594849" y="2014076"/>
                  </a:lnTo>
                  <a:lnTo>
                    <a:pt x="0" y="2014076"/>
                  </a:lnTo>
                  <a:lnTo>
                    <a:pt x="653397" y="0"/>
                  </a:lnTo>
                  <a:lnTo>
                    <a:pt x="1374710" y="0"/>
                  </a:lnTo>
                  <a:lnTo>
                    <a:pt x="2037475" y="2014076"/>
                  </a:lnTo>
                  <a:lnTo>
                    <a:pt x="1444968" y="2014076"/>
                  </a:lnTo>
                  <a:close/>
                  <a:moveTo>
                    <a:pt x="1147544" y="864179"/>
                  </a:moveTo>
                  <a:cubicBezTo>
                    <a:pt x="1138176" y="829050"/>
                    <a:pt x="1124124" y="777527"/>
                    <a:pt x="1107731" y="711953"/>
                  </a:cubicBezTo>
                  <a:cubicBezTo>
                    <a:pt x="1091338" y="646378"/>
                    <a:pt x="1074944" y="576119"/>
                    <a:pt x="1056208" y="505861"/>
                  </a:cubicBezTo>
                  <a:cubicBezTo>
                    <a:pt x="1039815" y="435603"/>
                    <a:pt x="1025763" y="377054"/>
                    <a:pt x="1016396" y="332557"/>
                  </a:cubicBezTo>
                  <a:cubicBezTo>
                    <a:pt x="1009370" y="377054"/>
                    <a:pt x="997660" y="433261"/>
                    <a:pt x="981267" y="501177"/>
                  </a:cubicBezTo>
                  <a:cubicBezTo>
                    <a:pt x="964873" y="569094"/>
                    <a:pt x="948480" y="634668"/>
                    <a:pt x="934428" y="700243"/>
                  </a:cubicBezTo>
                  <a:cubicBezTo>
                    <a:pt x="918035" y="765817"/>
                    <a:pt x="903983" y="822024"/>
                    <a:pt x="894616" y="866521"/>
                  </a:cubicBezTo>
                  <a:lnTo>
                    <a:pt x="807964" y="1194394"/>
                  </a:lnTo>
                  <a:lnTo>
                    <a:pt x="1234195" y="1194394"/>
                  </a:lnTo>
                  <a:lnTo>
                    <a:pt x="1147544" y="866521"/>
                  </a:lnTo>
                  <a:close/>
                </a:path>
              </a:pathLst>
            </a:custGeom>
            <a:solidFill>
              <a:srgbClr val="237864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</p:grpSp>
      <p:grpSp>
        <p:nvGrpSpPr>
          <p:cNvPr id="6" name="Gruppieren 5">
            <a:extLst>
              <a:ext uri="{FF2B5EF4-FFF2-40B4-BE49-F238E27FC236}">
                <a16:creationId xmlns:a16="http://schemas.microsoft.com/office/drawing/2014/main" id="{B00A0AEE-315A-216A-B824-50760DDD18D0}"/>
              </a:ext>
            </a:extLst>
          </p:cNvPr>
          <p:cNvGrpSpPr/>
          <p:nvPr userDrawn="1"/>
        </p:nvGrpSpPr>
        <p:grpSpPr>
          <a:xfrm>
            <a:off x="2819646" y="2171374"/>
            <a:ext cx="6552709" cy="2515253"/>
            <a:chOff x="2819645" y="2138586"/>
            <a:chExt cx="6552709" cy="2515253"/>
          </a:xfrm>
        </p:grpSpPr>
        <p:sp>
          <p:nvSpPr>
            <p:cNvPr id="7" name="Freihandform: Form 6">
              <a:extLst>
                <a:ext uri="{FF2B5EF4-FFF2-40B4-BE49-F238E27FC236}">
                  <a16:creationId xmlns:a16="http://schemas.microsoft.com/office/drawing/2014/main" id="{3519E45B-C904-4AB9-DC97-CF094459E785}"/>
                </a:ext>
              </a:extLst>
            </p:cNvPr>
            <p:cNvSpPr/>
            <p:nvPr/>
          </p:nvSpPr>
          <p:spPr>
            <a:xfrm>
              <a:off x="2819645" y="2138586"/>
              <a:ext cx="2004688" cy="2515253"/>
            </a:xfrm>
            <a:custGeom>
              <a:avLst/>
              <a:gdLst>
                <a:gd name="connsiteX0" fmla="*/ 1948483 w 2004688"/>
                <a:gd name="connsiteY0" fmla="*/ 1032800 h 2515253"/>
                <a:gd name="connsiteX1" fmla="*/ 1847780 w 2004688"/>
                <a:gd name="connsiteY1" fmla="*/ 1585500 h 2515253"/>
                <a:gd name="connsiteX2" fmla="*/ 1515226 w 2004688"/>
                <a:gd name="connsiteY2" fmla="*/ 1950844 h 2515253"/>
                <a:gd name="connsiteX3" fmla="*/ 2004689 w 2004688"/>
                <a:gd name="connsiteY3" fmla="*/ 2515253 h 2515253"/>
                <a:gd name="connsiteX4" fmla="*/ 1330214 w 2004688"/>
                <a:gd name="connsiteY4" fmla="*/ 2515253 h 2515253"/>
                <a:gd name="connsiteX5" fmla="*/ 992977 w 2004688"/>
                <a:gd name="connsiteY5" fmla="*/ 2065599 h 2515253"/>
                <a:gd name="connsiteX6" fmla="*/ 974241 w 2004688"/>
                <a:gd name="connsiteY6" fmla="*/ 2065599 h 2515253"/>
                <a:gd name="connsiteX7" fmla="*/ 421547 w 2004688"/>
                <a:gd name="connsiteY7" fmla="*/ 1936792 h 2515253"/>
                <a:gd name="connsiteX8" fmla="*/ 103045 w 2004688"/>
                <a:gd name="connsiteY8" fmla="*/ 1573790 h 2515253"/>
                <a:gd name="connsiteX9" fmla="*/ 0 w 2004688"/>
                <a:gd name="connsiteY9" fmla="*/ 1028116 h 2515253"/>
                <a:gd name="connsiteX10" fmla="*/ 103045 w 2004688"/>
                <a:gd name="connsiteY10" fmla="*/ 484783 h 2515253"/>
                <a:gd name="connsiteX11" fmla="*/ 423889 w 2004688"/>
                <a:gd name="connsiteY11" fmla="*/ 126465 h 2515253"/>
                <a:gd name="connsiteX12" fmla="*/ 976583 w 2004688"/>
                <a:gd name="connsiteY12" fmla="*/ 0 h 2515253"/>
                <a:gd name="connsiteX13" fmla="*/ 1533962 w 2004688"/>
                <a:gd name="connsiteY13" fmla="*/ 128807 h 2515253"/>
                <a:gd name="connsiteX14" fmla="*/ 1847780 w 2004688"/>
                <a:gd name="connsiteY14" fmla="*/ 489467 h 2515253"/>
                <a:gd name="connsiteX15" fmla="*/ 1948483 w 2004688"/>
                <a:gd name="connsiteY15" fmla="*/ 1032800 h 2515253"/>
                <a:gd name="connsiteX16" fmla="*/ 569088 w 2004688"/>
                <a:gd name="connsiteY16" fmla="*/ 1032800 h 2515253"/>
                <a:gd name="connsiteX17" fmla="*/ 662765 w 2004688"/>
                <a:gd name="connsiteY17" fmla="*/ 1459034 h 2515253"/>
                <a:gd name="connsiteX18" fmla="*/ 974241 w 2004688"/>
                <a:gd name="connsiteY18" fmla="*/ 1613603 h 2515253"/>
                <a:gd name="connsiteX19" fmla="*/ 1288059 w 2004688"/>
                <a:gd name="connsiteY19" fmla="*/ 1459034 h 2515253"/>
                <a:gd name="connsiteX20" fmla="*/ 1377053 w 2004688"/>
                <a:gd name="connsiteY20" fmla="*/ 1032800 h 2515253"/>
                <a:gd name="connsiteX21" fmla="*/ 1288059 w 2004688"/>
                <a:gd name="connsiteY21" fmla="*/ 601881 h 2515253"/>
                <a:gd name="connsiteX22" fmla="*/ 976583 w 2004688"/>
                <a:gd name="connsiteY22" fmla="*/ 444970 h 2515253"/>
                <a:gd name="connsiteX23" fmla="*/ 662765 w 2004688"/>
                <a:gd name="connsiteY23" fmla="*/ 601881 h 2515253"/>
                <a:gd name="connsiteX24" fmla="*/ 569088 w 2004688"/>
                <a:gd name="connsiteY24" fmla="*/ 1032800 h 25152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004688" h="2515253">
                  <a:moveTo>
                    <a:pt x="1948483" y="1032800"/>
                  </a:moveTo>
                  <a:cubicBezTo>
                    <a:pt x="1948483" y="1243575"/>
                    <a:pt x="1915695" y="1426247"/>
                    <a:pt x="1847780" y="1585500"/>
                  </a:cubicBezTo>
                  <a:cubicBezTo>
                    <a:pt x="1779864" y="1744752"/>
                    <a:pt x="1669793" y="1866533"/>
                    <a:pt x="1515226" y="1950844"/>
                  </a:cubicBezTo>
                  <a:lnTo>
                    <a:pt x="2004689" y="2515253"/>
                  </a:lnTo>
                  <a:lnTo>
                    <a:pt x="1330214" y="2515253"/>
                  </a:lnTo>
                  <a:lnTo>
                    <a:pt x="992977" y="2065599"/>
                  </a:lnTo>
                  <a:lnTo>
                    <a:pt x="974241" y="2065599"/>
                  </a:lnTo>
                  <a:cubicBezTo>
                    <a:pt x="749416" y="2065599"/>
                    <a:pt x="564404" y="2023444"/>
                    <a:pt x="421547" y="1936792"/>
                  </a:cubicBezTo>
                  <a:cubicBezTo>
                    <a:pt x="276347" y="1850140"/>
                    <a:pt x="170961" y="1730700"/>
                    <a:pt x="103045" y="1573790"/>
                  </a:cubicBezTo>
                  <a:cubicBezTo>
                    <a:pt x="35129" y="1419221"/>
                    <a:pt x="0" y="1236549"/>
                    <a:pt x="0" y="1028116"/>
                  </a:cubicBezTo>
                  <a:cubicBezTo>
                    <a:pt x="0" y="819682"/>
                    <a:pt x="35129" y="639352"/>
                    <a:pt x="103045" y="484783"/>
                  </a:cubicBezTo>
                  <a:cubicBezTo>
                    <a:pt x="173303" y="330215"/>
                    <a:pt x="278689" y="210775"/>
                    <a:pt x="423889" y="126465"/>
                  </a:cubicBezTo>
                  <a:cubicBezTo>
                    <a:pt x="569088" y="42155"/>
                    <a:pt x="751758" y="0"/>
                    <a:pt x="976583" y="0"/>
                  </a:cubicBezTo>
                  <a:cubicBezTo>
                    <a:pt x="1201408" y="0"/>
                    <a:pt x="1391104" y="42155"/>
                    <a:pt x="1533962" y="128807"/>
                  </a:cubicBezTo>
                  <a:cubicBezTo>
                    <a:pt x="1676819" y="213117"/>
                    <a:pt x="1782206" y="334899"/>
                    <a:pt x="1847780" y="489467"/>
                  </a:cubicBezTo>
                  <a:cubicBezTo>
                    <a:pt x="1913354" y="644036"/>
                    <a:pt x="1948483" y="824366"/>
                    <a:pt x="1948483" y="1032800"/>
                  </a:cubicBezTo>
                  <a:close/>
                  <a:moveTo>
                    <a:pt x="569088" y="1032800"/>
                  </a:moveTo>
                  <a:cubicBezTo>
                    <a:pt x="569088" y="1215472"/>
                    <a:pt x="599533" y="1355989"/>
                    <a:pt x="662765" y="1459034"/>
                  </a:cubicBezTo>
                  <a:cubicBezTo>
                    <a:pt x="725997" y="1562080"/>
                    <a:pt x="829042" y="1613603"/>
                    <a:pt x="974241" y="1613603"/>
                  </a:cubicBezTo>
                  <a:cubicBezTo>
                    <a:pt x="1119441" y="1613603"/>
                    <a:pt x="1229511" y="1562080"/>
                    <a:pt x="1288059" y="1459034"/>
                  </a:cubicBezTo>
                  <a:cubicBezTo>
                    <a:pt x="1348949" y="1355989"/>
                    <a:pt x="1377053" y="1213130"/>
                    <a:pt x="1377053" y="1032800"/>
                  </a:cubicBezTo>
                  <a:cubicBezTo>
                    <a:pt x="1377053" y="852470"/>
                    <a:pt x="1346608" y="707269"/>
                    <a:pt x="1288059" y="601881"/>
                  </a:cubicBezTo>
                  <a:cubicBezTo>
                    <a:pt x="1227169" y="496493"/>
                    <a:pt x="1124125" y="444970"/>
                    <a:pt x="976583" y="444970"/>
                  </a:cubicBezTo>
                  <a:cubicBezTo>
                    <a:pt x="829042" y="444970"/>
                    <a:pt x="723655" y="496493"/>
                    <a:pt x="662765" y="601881"/>
                  </a:cubicBezTo>
                  <a:cubicBezTo>
                    <a:pt x="601875" y="707269"/>
                    <a:pt x="569088" y="850128"/>
                    <a:pt x="569088" y="1032800"/>
                  </a:cubicBezTo>
                  <a:close/>
                </a:path>
              </a:pathLst>
            </a:custGeom>
            <a:solidFill>
              <a:srgbClr val="237864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8" name="Freihandform: Form 7">
              <a:extLst>
                <a:ext uri="{FF2B5EF4-FFF2-40B4-BE49-F238E27FC236}">
                  <a16:creationId xmlns:a16="http://schemas.microsoft.com/office/drawing/2014/main" id="{F604F882-1278-F975-67CD-BCEB7853A553}"/>
                </a:ext>
              </a:extLst>
            </p:cNvPr>
            <p:cNvSpPr/>
            <p:nvPr/>
          </p:nvSpPr>
          <p:spPr>
            <a:xfrm>
              <a:off x="5014030" y="2145611"/>
              <a:ext cx="2161597" cy="2060915"/>
            </a:xfrm>
            <a:custGeom>
              <a:avLst/>
              <a:gdLst>
                <a:gd name="connsiteX0" fmla="*/ 833726 w 2161597"/>
                <a:gd name="connsiteY0" fmla="*/ 0 h 2060915"/>
                <a:gd name="connsiteX1" fmla="*/ 1281034 w 2161597"/>
                <a:gd name="connsiteY1" fmla="*/ 126465 h 2060915"/>
                <a:gd name="connsiteX2" fmla="*/ 1444968 w 2161597"/>
                <a:gd name="connsiteY2" fmla="*/ 477758 h 2060915"/>
                <a:gd name="connsiteX3" fmla="*/ 1344266 w 2161597"/>
                <a:gd name="connsiteY3" fmla="*/ 777527 h 2060915"/>
                <a:gd name="connsiteX4" fmla="*/ 1081970 w 2161597"/>
                <a:gd name="connsiteY4" fmla="*/ 1002354 h 2060915"/>
                <a:gd name="connsiteX5" fmla="*/ 1353633 w 2161597"/>
                <a:gd name="connsiteY5" fmla="*/ 1259969 h 2060915"/>
                <a:gd name="connsiteX6" fmla="*/ 1496491 w 2161597"/>
                <a:gd name="connsiteY6" fmla="*/ 903992 h 2060915"/>
                <a:gd name="connsiteX7" fmla="*/ 2053869 w 2161597"/>
                <a:gd name="connsiteY7" fmla="*/ 903992 h 2060915"/>
                <a:gd name="connsiteX8" fmla="*/ 1918037 w 2161597"/>
                <a:gd name="connsiteY8" fmla="*/ 1297440 h 2060915"/>
                <a:gd name="connsiteX9" fmla="*/ 1723658 w 2161597"/>
                <a:gd name="connsiteY9" fmla="*/ 1608919 h 2060915"/>
                <a:gd name="connsiteX10" fmla="*/ 2161598 w 2161597"/>
                <a:gd name="connsiteY10" fmla="*/ 2030470 h 2060915"/>
                <a:gd name="connsiteX11" fmla="*/ 1468388 w 2161597"/>
                <a:gd name="connsiteY11" fmla="*/ 2030470 h 2060915"/>
                <a:gd name="connsiteX12" fmla="*/ 1332556 w 2161597"/>
                <a:gd name="connsiteY12" fmla="*/ 1889953 h 2060915"/>
                <a:gd name="connsiteX13" fmla="*/ 1182673 w 2161597"/>
                <a:gd name="connsiteY13" fmla="*/ 1976605 h 2060915"/>
                <a:gd name="connsiteX14" fmla="*/ 1002344 w 2161597"/>
                <a:gd name="connsiteY14" fmla="*/ 2037496 h 2060915"/>
                <a:gd name="connsiteX15" fmla="*/ 728339 w 2161597"/>
                <a:gd name="connsiteY15" fmla="*/ 2060915 h 2060915"/>
                <a:gd name="connsiteX16" fmla="*/ 332554 w 2161597"/>
                <a:gd name="connsiteY16" fmla="*/ 1981289 h 2060915"/>
                <a:gd name="connsiteX17" fmla="*/ 84309 w 2161597"/>
                <a:gd name="connsiteY17" fmla="*/ 1768172 h 2060915"/>
                <a:gd name="connsiteX18" fmla="*/ 0 w 2161597"/>
                <a:gd name="connsiteY18" fmla="*/ 1475428 h 2060915"/>
                <a:gd name="connsiteX19" fmla="*/ 96019 w 2161597"/>
                <a:gd name="connsiteY19" fmla="*/ 1156923 h 2060915"/>
                <a:gd name="connsiteX20" fmla="*/ 372366 w 2161597"/>
                <a:gd name="connsiteY20" fmla="*/ 925070 h 2060915"/>
                <a:gd name="connsiteX21" fmla="*/ 241218 w 2161597"/>
                <a:gd name="connsiteY21" fmla="*/ 718978 h 2060915"/>
                <a:gd name="connsiteX22" fmla="*/ 194380 w 2161597"/>
                <a:gd name="connsiteY22" fmla="*/ 477758 h 2060915"/>
                <a:gd name="connsiteX23" fmla="*/ 355973 w 2161597"/>
                <a:gd name="connsiteY23" fmla="*/ 135833 h 2060915"/>
                <a:gd name="connsiteX24" fmla="*/ 833726 w 2161597"/>
                <a:gd name="connsiteY24" fmla="*/ 0 h 2060915"/>
                <a:gd name="connsiteX25" fmla="*/ 669791 w 2161597"/>
                <a:gd name="connsiteY25" fmla="*/ 1220156 h 2060915"/>
                <a:gd name="connsiteX26" fmla="*/ 583140 w 2161597"/>
                <a:gd name="connsiteY26" fmla="*/ 1318517 h 2060915"/>
                <a:gd name="connsiteX27" fmla="*/ 557378 w 2161597"/>
                <a:gd name="connsiteY27" fmla="*/ 1435615 h 2060915"/>
                <a:gd name="connsiteX28" fmla="*/ 618269 w 2161597"/>
                <a:gd name="connsiteY28" fmla="*/ 1578474 h 2060915"/>
                <a:gd name="connsiteX29" fmla="*/ 782203 w 2161597"/>
                <a:gd name="connsiteY29" fmla="*/ 1632339 h 2060915"/>
                <a:gd name="connsiteX30" fmla="*/ 920377 w 2161597"/>
                <a:gd name="connsiteY30" fmla="*/ 1611261 h 2060915"/>
                <a:gd name="connsiteX31" fmla="*/ 1009370 w 2161597"/>
                <a:gd name="connsiteY31" fmla="*/ 1564422 h 2060915"/>
                <a:gd name="connsiteX32" fmla="*/ 669791 w 2161597"/>
                <a:gd name="connsiteY32" fmla="*/ 1217814 h 2060915"/>
                <a:gd name="connsiteX33" fmla="*/ 824358 w 2161597"/>
                <a:gd name="connsiteY33" fmla="*/ 351292 h 2060915"/>
                <a:gd name="connsiteX34" fmla="*/ 723655 w 2161597"/>
                <a:gd name="connsiteY34" fmla="*/ 384080 h 2060915"/>
                <a:gd name="connsiteX35" fmla="*/ 679159 w 2161597"/>
                <a:gd name="connsiteY35" fmla="*/ 494151 h 2060915"/>
                <a:gd name="connsiteX36" fmla="*/ 716629 w 2161597"/>
                <a:gd name="connsiteY36" fmla="*/ 608907 h 2060915"/>
                <a:gd name="connsiteX37" fmla="*/ 800939 w 2161597"/>
                <a:gd name="connsiteY37" fmla="*/ 707269 h 2060915"/>
                <a:gd name="connsiteX38" fmla="*/ 920377 w 2161597"/>
                <a:gd name="connsiteY38" fmla="*/ 599539 h 2060915"/>
                <a:gd name="connsiteX39" fmla="*/ 960190 w 2161597"/>
                <a:gd name="connsiteY39" fmla="*/ 475416 h 2060915"/>
                <a:gd name="connsiteX40" fmla="*/ 920377 w 2161597"/>
                <a:gd name="connsiteY40" fmla="*/ 379396 h 2060915"/>
                <a:gd name="connsiteX41" fmla="*/ 822016 w 2161597"/>
                <a:gd name="connsiteY41" fmla="*/ 348950 h 20609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</a:cxnLst>
              <a:rect l="l" t="t" r="r" b="b"/>
              <a:pathLst>
                <a:path w="2161597" h="2060915">
                  <a:moveTo>
                    <a:pt x="833726" y="0"/>
                  </a:moveTo>
                  <a:cubicBezTo>
                    <a:pt x="1023422" y="0"/>
                    <a:pt x="1173305" y="42155"/>
                    <a:pt x="1281034" y="126465"/>
                  </a:cubicBezTo>
                  <a:cubicBezTo>
                    <a:pt x="1391104" y="210775"/>
                    <a:pt x="1444968" y="327873"/>
                    <a:pt x="1444968" y="477758"/>
                  </a:cubicBezTo>
                  <a:cubicBezTo>
                    <a:pt x="1444968" y="594855"/>
                    <a:pt x="1412181" y="693217"/>
                    <a:pt x="1344266" y="777527"/>
                  </a:cubicBezTo>
                  <a:cubicBezTo>
                    <a:pt x="1276350" y="861837"/>
                    <a:pt x="1189698" y="936780"/>
                    <a:pt x="1081970" y="1002354"/>
                  </a:cubicBezTo>
                  <a:lnTo>
                    <a:pt x="1353633" y="1259969"/>
                  </a:lnTo>
                  <a:cubicBezTo>
                    <a:pt x="1421549" y="1156923"/>
                    <a:pt x="1468388" y="1037483"/>
                    <a:pt x="1496491" y="903992"/>
                  </a:cubicBezTo>
                  <a:lnTo>
                    <a:pt x="2053869" y="903992"/>
                  </a:lnTo>
                  <a:cubicBezTo>
                    <a:pt x="2023424" y="1039825"/>
                    <a:pt x="1978928" y="1170975"/>
                    <a:pt x="1918037" y="1297440"/>
                  </a:cubicBezTo>
                  <a:cubicBezTo>
                    <a:pt x="1857147" y="1423905"/>
                    <a:pt x="1793916" y="1526951"/>
                    <a:pt x="1723658" y="1608919"/>
                  </a:cubicBezTo>
                  <a:lnTo>
                    <a:pt x="2161598" y="2030470"/>
                  </a:lnTo>
                  <a:lnTo>
                    <a:pt x="1468388" y="2030470"/>
                  </a:lnTo>
                  <a:lnTo>
                    <a:pt x="1332556" y="1889953"/>
                  </a:lnTo>
                  <a:cubicBezTo>
                    <a:pt x="1281034" y="1922740"/>
                    <a:pt x="1231853" y="1950844"/>
                    <a:pt x="1182673" y="1976605"/>
                  </a:cubicBezTo>
                  <a:cubicBezTo>
                    <a:pt x="1133492" y="2002366"/>
                    <a:pt x="1072602" y="2021102"/>
                    <a:pt x="1002344" y="2037496"/>
                  </a:cubicBezTo>
                  <a:cubicBezTo>
                    <a:pt x="932087" y="2051547"/>
                    <a:pt x="840752" y="2060915"/>
                    <a:pt x="728339" y="2060915"/>
                  </a:cubicBezTo>
                  <a:cubicBezTo>
                    <a:pt x="573772" y="2060915"/>
                    <a:pt x="440282" y="2035154"/>
                    <a:pt x="332554" y="1981289"/>
                  </a:cubicBezTo>
                  <a:cubicBezTo>
                    <a:pt x="224825" y="1927424"/>
                    <a:pt x="140515" y="1857166"/>
                    <a:pt x="84309" y="1768172"/>
                  </a:cubicBezTo>
                  <a:cubicBezTo>
                    <a:pt x="28103" y="1679178"/>
                    <a:pt x="0" y="1580816"/>
                    <a:pt x="0" y="1475428"/>
                  </a:cubicBezTo>
                  <a:cubicBezTo>
                    <a:pt x="0" y="1355989"/>
                    <a:pt x="32787" y="1248259"/>
                    <a:pt x="96019" y="1156923"/>
                  </a:cubicBezTo>
                  <a:cubicBezTo>
                    <a:pt x="161593" y="1063245"/>
                    <a:pt x="252928" y="985961"/>
                    <a:pt x="372366" y="925070"/>
                  </a:cubicBezTo>
                  <a:cubicBezTo>
                    <a:pt x="316160" y="859495"/>
                    <a:pt x="271663" y="791579"/>
                    <a:pt x="241218" y="718978"/>
                  </a:cubicBezTo>
                  <a:cubicBezTo>
                    <a:pt x="208432" y="648720"/>
                    <a:pt x="194380" y="566752"/>
                    <a:pt x="194380" y="477758"/>
                  </a:cubicBezTo>
                  <a:cubicBezTo>
                    <a:pt x="194380" y="339583"/>
                    <a:pt x="248244" y="224827"/>
                    <a:pt x="355973" y="135833"/>
                  </a:cubicBezTo>
                  <a:cubicBezTo>
                    <a:pt x="466043" y="46839"/>
                    <a:pt x="625294" y="0"/>
                    <a:pt x="833726" y="0"/>
                  </a:cubicBezTo>
                  <a:close/>
                  <a:moveTo>
                    <a:pt x="669791" y="1220156"/>
                  </a:moveTo>
                  <a:cubicBezTo>
                    <a:pt x="629978" y="1250601"/>
                    <a:pt x="601875" y="1283388"/>
                    <a:pt x="583140" y="1318517"/>
                  </a:cubicBezTo>
                  <a:cubicBezTo>
                    <a:pt x="564404" y="1353647"/>
                    <a:pt x="557378" y="1393460"/>
                    <a:pt x="557378" y="1435615"/>
                  </a:cubicBezTo>
                  <a:cubicBezTo>
                    <a:pt x="557378" y="1494164"/>
                    <a:pt x="578456" y="1541003"/>
                    <a:pt x="618269" y="1578474"/>
                  </a:cubicBezTo>
                  <a:cubicBezTo>
                    <a:pt x="660423" y="1615945"/>
                    <a:pt x="714288" y="1632339"/>
                    <a:pt x="782203" y="1632339"/>
                  </a:cubicBezTo>
                  <a:cubicBezTo>
                    <a:pt x="833726" y="1632339"/>
                    <a:pt x="880564" y="1625313"/>
                    <a:pt x="920377" y="1611261"/>
                  </a:cubicBezTo>
                  <a:cubicBezTo>
                    <a:pt x="960190" y="1597209"/>
                    <a:pt x="990635" y="1580816"/>
                    <a:pt x="1009370" y="1564422"/>
                  </a:cubicBezTo>
                  <a:lnTo>
                    <a:pt x="669791" y="1217814"/>
                  </a:lnTo>
                  <a:close/>
                  <a:moveTo>
                    <a:pt x="824358" y="351292"/>
                  </a:moveTo>
                  <a:cubicBezTo>
                    <a:pt x="786887" y="351292"/>
                    <a:pt x="754100" y="363002"/>
                    <a:pt x="723655" y="384080"/>
                  </a:cubicBezTo>
                  <a:cubicBezTo>
                    <a:pt x="695552" y="407499"/>
                    <a:pt x="679159" y="442628"/>
                    <a:pt x="679159" y="494151"/>
                  </a:cubicBezTo>
                  <a:cubicBezTo>
                    <a:pt x="679159" y="536306"/>
                    <a:pt x="690868" y="573778"/>
                    <a:pt x="716629" y="608907"/>
                  </a:cubicBezTo>
                  <a:cubicBezTo>
                    <a:pt x="740049" y="644036"/>
                    <a:pt x="768152" y="676823"/>
                    <a:pt x="800939" y="707269"/>
                  </a:cubicBezTo>
                  <a:cubicBezTo>
                    <a:pt x="852461" y="676823"/>
                    <a:pt x="892274" y="641694"/>
                    <a:pt x="920377" y="599539"/>
                  </a:cubicBezTo>
                  <a:cubicBezTo>
                    <a:pt x="948480" y="557384"/>
                    <a:pt x="960190" y="517571"/>
                    <a:pt x="960190" y="475416"/>
                  </a:cubicBezTo>
                  <a:cubicBezTo>
                    <a:pt x="960190" y="430919"/>
                    <a:pt x="946138" y="398131"/>
                    <a:pt x="920377" y="379396"/>
                  </a:cubicBezTo>
                  <a:cubicBezTo>
                    <a:pt x="894616" y="360660"/>
                    <a:pt x="861829" y="348950"/>
                    <a:pt x="822016" y="348950"/>
                  </a:cubicBezTo>
                  <a:close/>
                </a:path>
              </a:pathLst>
            </a:custGeom>
            <a:solidFill>
              <a:srgbClr val="237864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9" name="Freihandform: Form 8">
              <a:extLst>
                <a:ext uri="{FF2B5EF4-FFF2-40B4-BE49-F238E27FC236}">
                  <a16:creationId xmlns:a16="http://schemas.microsoft.com/office/drawing/2014/main" id="{5692A519-84F0-1F9C-3659-7D9BD49BF223}"/>
                </a:ext>
              </a:extLst>
            </p:cNvPr>
            <p:cNvSpPr/>
            <p:nvPr/>
          </p:nvSpPr>
          <p:spPr>
            <a:xfrm>
              <a:off x="7334879" y="2164347"/>
              <a:ext cx="2037475" cy="2014076"/>
            </a:xfrm>
            <a:custGeom>
              <a:avLst/>
              <a:gdLst>
                <a:gd name="connsiteX0" fmla="*/ 1444968 w 2037475"/>
                <a:gd name="connsiteY0" fmla="*/ 2014076 h 2014076"/>
                <a:gd name="connsiteX1" fmla="*/ 1346608 w 2037475"/>
                <a:gd name="connsiteY1" fmla="*/ 1637023 h 2014076"/>
                <a:gd name="connsiteX2" fmla="*/ 695552 w 2037475"/>
                <a:gd name="connsiteY2" fmla="*/ 1637023 h 2014076"/>
                <a:gd name="connsiteX3" fmla="*/ 594849 w 2037475"/>
                <a:gd name="connsiteY3" fmla="*/ 2014076 h 2014076"/>
                <a:gd name="connsiteX4" fmla="*/ 0 w 2037475"/>
                <a:gd name="connsiteY4" fmla="*/ 2014076 h 2014076"/>
                <a:gd name="connsiteX5" fmla="*/ 653397 w 2037475"/>
                <a:gd name="connsiteY5" fmla="*/ 0 h 2014076"/>
                <a:gd name="connsiteX6" fmla="*/ 1374710 w 2037475"/>
                <a:gd name="connsiteY6" fmla="*/ 0 h 2014076"/>
                <a:gd name="connsiteX7" fmla="*/ 2037475 w 2037475"/>
                <a:gd name="connsiteY7" fmla="*/ 2014076 h 2014076"/>
                <a:gd name="connsiteX8" fmla="*/ 1444968 w 2037475"/>
                <a:gd name="connsiteY8" fmla="*/ 2014076 h 2014076"/>
                <a:gd name="connsiteX9" fmla="*/ 1147544 w 2037475"/>
                <a:gd name="connsiteY9" fmla="*/ 864179 h 2014076"/>
                <a:gd name="connsiteX10" fmla="*/ 1107731 w 2037475"/>
                <a:gd name="connsiteY10" fmla="*/ 711953 h 2014076"/>
                <a:gd name="connsiteX11" fmla="*/ 1056208 w 2037475"/>
                <a:gd name="connsiteY11" fmla="*/ 505861 h 2014076"/>
                <a:gd name="connsiteX12" fmla="*/ 1016396 w 2037475"/>
                <a:gd name="connsiteY12" fmla="*/ 332557 h 2014076"/>
                <a:gd name="connsiteX13" fmla="*/ 981267 w 2037475"/>
                <a:gd name="connsiteY13" fmla="*/ 501177 h 2014076"/>
                <a:gd name="connsiteX14" fmla="*/ 934428 w 2037475"/>
                <a:gd name="connsiteY14" fmla="*/ 700243 h 2014076"/>
                <a:gd name="connsiteX15" fmla="*/ 894616 w 2037475"/>
                <a:gd name="connsiteY15" fmla="*/ 866521 h 2014076"/>
                <a:gd name="connsiteX16" fmla="*/ 807964 w 2037475"/>
                <a:gd name="connsiteY16" fmla="*/ 1194394 h 2014076"/>
                <a:gd name="connsiteX17" fmla="*/ 1234195 w 2037475"/>
                <a:gd name="connsiteY17" fmla="*/ 1194394 h 2014076"/>
                <a:gd name="connsiteX18" fmla="*/ 1147544 w 2037475"/>
                <a:gd name="connsiteY18" fmla="*/ 866521 h 20140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037475" h="2014076">
                  <a:moveTo>
                    <a:pt x="1444968" y="2014076"/>
                  </a:moveTo>
                  <a:lnTo>
                    <a:pt x="1346608" y="1637023"/>
                  </a:lnTo>
                  <a:lnTo>
                    <a:pt x="695552" y="1637023"/>
                  </a:lnTo>
                  <a:lnTo>
                    <a:pt x="594849" y="2014076"/>
                  </a:lnTo>
                  <a:lnTo>
                    <a:pt x="0" y="2014076"/>
                  </a:lnTo>
                  <a:lnTo>
                    <a:pt x="653397" y="0"/>
                  </a:lnTo>
                  <a:lnTo>
                    <a:pt x="1374710" y="0"/>
                  </a:lnTo>
                  <a:lnTo>
                    <a:pt x="2037475" y="2014076"/>
                  </a:lnTo>
                  <a:lnTo>
                    <a:pt x="1444968" y="2014076"/>
                  </a:lnTo>
                  <a:close/>
                  <a:moveTo>
                    <a:pt x="1147544" y="864179"/>
                  </a:moveTo>
                  <a:cubicBezTo>
                    <a:pt x="1138176" y="829050"/>
                    <a:pt x="1124124" y="777527"/>
                    <a:pt x="1107731" y="711953"/>
                  </a:cubicBezTo>
                  <a:cubicBezTo>
                    <a:pt x="1091338" y="646378"/>
                    <a:pt x="1074944" y="576119"/>
                    <a:pt x="1056208" y="505861"/>
                  </a:cubicBezTo>
                  <a:cubicBezTo>
                    <a:pt x="1039815" y="435603"/>
                    <a:pt x="1025763" y="377054"/>
                    <a:pt x="1016396" y="332557"/>
                  </a:cubicBezTo>
                  <a:cubicBezTo>
                    <a:pt x="1009370" y="377054"/>
                    <a:pt x="997660" y="433261"/>
                    <a:pt x="981267" y="501177"/>
                  </a:cubicBezTo>
                  <a:cubicBezTo>
                    <a:pt x="964873" y="569094"/>
                    <a:pt x="948480" y="634668"/>
                    <a:pt x="934428" y="700243"/>
                  </a:cubicBezTo>
                  <a:cubicBezTo>
                    <a:pt x="918035" y="765817"/>
                    <a:pt x="903983" y="822024"/>
                    <a:pt x="894616" y="866521"/>
                  </a:cubicBezTo>
                  <a:lnTo>
                    <a:pt x="807964" y="1194394"/>
                  </a:lnTo>
                  <a:lnTo>
                    <a:pt x="1234195" y="1194394"/>
                  </a:lnTo>
                  <a:lnTo>
                    <a:pt x="1147544" y="866521"/>
                  </a:lnTo>
                  <a:close/>
                </a:path>
              </a:pathLst>
            </a:custGeom>
            <a:solidFill>
              <a:srgbClr val="237864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</p:grpSp>
      <p:sp>
        <p:nvSpPr>
          <p:cNvPr id="10" name="MIO_AGENDA_LAST_SLIDE" hidden="1">
            <a:extLst>
              <a:ext uri="{FF2B5EF4-FFF2-40B4-BE49-F238E27FC236}">
                <a16:creationId xmlns:a16="http://schemas.microsoft.com/office/drawing/2014/main" id="{6FDF728C-D777-2B69-2880-133B2D8E168E}"/>
              </a:ext>
            </a:extLst>
          </p:cNvPr>
          <p:cNvSpPr/>
          <p:nvPr userDrawn="1"/>
        </p:nvSpPr>
        <p:spPr>
          <a:xfrm>
            <a:off x="11087100" y="228600"/>
            <a:ext cx="733425" cy="733425"/>
          </a:xfrm>
          <a:prstGeom prst="ellipse">
            <a:avLst/>
          </a:prstGeom>
          <a:solidFill>
            <a:srgbClr val="EBEB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72000" rIns="54000" bIns="72000" rtlCol="0" anchor="ctr"/>
          <a:lstStyle/>
          <a:p>
            <a:pPr algn="ctr">
              <a:lnSpc>
                <a:spcPct val="120000"/>
              </a:lnSpc>
              <a:spcBef>
                <a:spcPts val="600"/>
              </a:spcBef>
            </a:pPr>
            <a:endParaRPr lang="en-US" sz="1200">
              <a:solidFill>
                <a:schemeClr val="tx1"/>
              </a:solidFill>
            </a:endParaRPr>
          </a:p>
        </p:txBody>
      </p:sp>
      <p:sp>
        <p:nvSpPr>
          <p:cNvPr id="2" name="MIO_AGENDA_IGNORE_CHAPTER_REFERENCE" hidden="1">
            <a:extLst>
              <a:ext uri="{FF2B5EF4-FFF2-40B4-BE49-F238E27FC236}">
                <a16:creationId xmlns:a16="http://schemas.microsoft.com/office/drawing/2014/main" id="{CBA219C9-0994-659C-3599-F2F4ADF0D79E}"/>
              </a:ext>
            </a:extLst>
          </p:cNvPr>
          <p:cNvSpPr/>
          <p:nvPr userDrawn="1"/>
        </p:nvSpPr>
        <p:spPr>
          <a:xfrm>
            <a:off x="10722634" y="491706"/>
            <a:ext cx="776377" cy="664234"/>
          </a:xfrm>
          <a:prstGeom prst="rect">
            <a:avLst/>
          </a:prstGeom>
          <a:solidFill>
            <a:srgbClr val="EBEB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72000" rIns="54000" bIns="72000" rtlCol="0" anchor="ctr"/>
          <a:lstStyle/>
          <a:p>
            <a:pPr algn="ctr">
              <a:lnSpc>
                <a:spcPct val="120000"/>
              </a:lnSpc>
              <a:spcBef>
                <a:spcPts val="600"/>
              </a:spcBef>
            </a:pPr>
            <a:endParaRPr lang="de-DE" sz="12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743458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29916385-4702-E442-A501-646E3816DE5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3888" y="1626213"/>
            <a:ext cx="1500411" cy="415498"/>
          </a:xfrm>
        </p:spPr>
        <p:txBody>
          <a:bodyPr/>
          <a:lstStyle>
            <a:lvl1pPr>
              <a:defRPr sz="3000"/>
            </a:lvl1pPr>
          </a:lstStyle>
          <a:p>
            <a:r>
              <a:rPr lang="de-DE"/>
              <a:t>Contact</a:t>
            </a:r>
            <a:endParaRPr lang="en-US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210B268D-1F0C-59E9-B43E-88D29D8D98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Mars 2026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D8B30387-DC76-FEE3-2A9D-DD2F099669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CONFIDENTIAL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6866663D-FBFC-D342-8EA5-183080C70D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C4E3B7-B340-4E97-8B0E-D9BA7642178E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7" name="Contact">
            <a:extLst>
              <a:ext uri="{FF2B5EF4-FFF2-40B4-BE49-F238E27FC236}">
                <a16:creationId xmlns:a16="http://schemas.microsoft.com/office/drawing/2014/main" id="{B5A16EF1-CDF0-7254-D322-F06EFDDD462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23888" y="2184400"/>
            <a:ext cx="2519363" cy="370952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Bildplatzhalter 7">
            <a:extLst>
              <a:ext uri="{FF2B5EF4-FFF2-40B4-BE49-F238E27FC236}">
                <a16:creationId xmlns:a16="http://schemas.microsoft.com/office/drawing/2014/main" id="{A1372BCE-998D-66B4-7E47-F578C22B8110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4332289" y="1628772"/>
            <a:ext cx="7380296" cy="4679951"/>
          </a:xfrm>
          <a:solidFill>
            <a:srgbClr val="E3E3E3"/>
          </a:solidFill>
        </p:spPr>
        <p:txBody>
          <a:bodyPr vert="horz" lIns="0" tIns="0" rIns="0" bIns="0" rtlCol="0" anchor="ctr">
            <a:noAutofit/>
          </a:bodyPr>
          <a:lstStyle>
            <a:lvl1pPr algn="ctr">
              <a:defRPr lang="de-DE"/>
            </a:lvl1pPr>
          </a:lstStyle>
          <a:p>
            <a:pPr lvl="0" algn="ctr"/>
            <a:r>
              <a:rPr lang="en-US"/>
              <a:t>Click icon to add picture</a:t>
            </a:r>
          </a:p>
        </p:txBody>
      </p:sp>
      <p:sp>
        <p:nvSpPr>
          <p:cNvPr id="6" name="MIO_AGENDA_LAST_SLIDE" hidden="1">
            <a:extLst>
              <a:ext uri="{FF2B5EF4-FFF2-40B4-BE49-F238E27FC236}">
                <a16:creationId xmlns:a16="http://schemas.microsoft.com/office/drawing/2014/main" id="{ADD762F8-E25A-0D3C-7DCC-B491A8AD66C6}"/>
              </a:ext>
            </a:extLst>
          </p:cNvPr>
          <p:cNvSpPr/>
          <p:nvPr/>
        </p:nvSpPr>
        <p:spPr>
          <a:xfrm>
            <a:off x="11087100" y="228600"/>
            <a:ext cx="733425" cy="733425"/>
          </a:xfrm>
          <a:prstGeom prst="ellipse">
            <a:avLst/>
          </a:prstGeom>
          <a:solidFill>
            <a:srgbClr val="EBEB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72000" rIns="54000" bIns="72000" rtlCol="0" anchor="ctr"/>
          <a:lstStyle/>
          <a:p>
            <a:pPr algn="ctr">
              <a:lnSpc>
                <a:spcPct val="120000"/>
              </a:lnSpc>
              <a:spcBef>
                <a:spcPts val="600"/>
              </a:spcBef>
            </a:pPr>
            <a:endParaRPr lang="en-US" sz="1200">
              <a:solidFill>
                <a:schemeClr val="tx1"/>
              </a:solidFill>
            </a:endParaRPr>
          </a:p>
        </p:txBody>
      </p:sp>
      <p:sp>
        <p:nvSpPr>
          <p:cNvPr id="12" name="MIO_AGENDA_IGNORE_CHAPTER_REFERENCE" hidden="1">
            <a:extLst>
              <a:ext uri="{FF2B5EF4-FFF2-40B4-BE49-F238E27FC236}">
                <a16:creationId xmlns:a16="http://schemas.microsoft.com/office/drawing/2014/main" id="{54ADC98D-7E74-AD51-72A4-2A3B23358A39}"/>
              </a:ext>
            </a:extLst>
          </p:cNvPr>
          <p:cNvSpPr/>
          <p:nvPr userDrawn="1"/>
        </p:nvSpPr>
        <p:spPr>
          <a:xfrm>
            <a:off x="10722634" y="491706"/>
            <a:ext cx="776377" cy="664234"/>
          </a:xfrm>
          <a:prstGeom prst="rect">
            <a:avLst/>
          </a:prstGeom>
          <a:solidFill>
            <a:srgbClr val="EBEB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72000" rIns="54000" bIns="72000" rtlCol="0" anchor="ctr"/>
          <a:lstStyle/>
          <a:p>
            <a:pPr algn="ctr">
              <a:lnSpc>
                <a:spcPct val="120000"/>
              </a:lnSpc>
              <a:spcBef>
                <a:spcPts val="600"/>
              </a:spcBef>
            </a:pPr>
            <a:endParaRPr lang="de-DE" sz="12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021038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Back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1B74B9C5-C9DE-EEE9-71B2-87A3F87040E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9422" y="7033793"/>
            <a:ext cx="625478" cy="123111"/>
          </a:xfrm>
        </p:spPr>
        <p:txBody>
          <a:bodyPr/>
          <a:lstStyle/>
          <a:p>
            <a:r>
              <a:rPr lang="en-US"/>
              <a:t>Mars 2026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F0363E01-C46E-D150-29D1-15D6E0F77A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99424" y="7033793"/>
            <a:ext cx="7056248" cy="123111"/>
          </a:xfrm>
        </p:spPr>
        <p:txBody>
          <a:bodyPr/>
          <a:lstStyle/>
          <a:p>
            <a:r>
              <a:rPr lang="en-US"/>
              <a:t>CONFIDENTIAL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6EEFE1E6-6569-B1B5-E529-67D5FD0CC2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52583" y="7033793"/>
            <a:ext cx="360001" cy="123111"/>
          </a:xfrm>
        </p:spPr>
        <p:txBody>
          <a:bodyPr/>
          <a:lstStyle/>
          <a:p>
            <a:fld id="{42C4E3B7-B340-4E97-8B0E-D9BA7642178E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2" name="Backup">
            <a:extLst>
              <a:ext uri="{FF2B5EF4-FFF2-40B4-BE49-F238E27FC236}">
                <a16:creationId xmlns:a16="http://schemas.microsoft.com/office/drawing/2014/main" id="{590171D9-AF30-B251-0ADF-2F2A33A9BF73}"/>
              </a:ext>
            </a:extLst>
          </p:cNvPr>
          <p:cNvSpPr txBox="1">
            <a:spLocks/>
          </p:cNvSpPr>
          <p:nvPr/>
        </p:nvSpPr>
        <p:spPr bwMode="gray">
          <a:xfrm>
            <a:off x="4017264" y="6195498"/>
            <a:ext cx="8343007" cy="1169807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3200" b="1" kern="120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algn="r">
              <a:lnSpc>
                <a:spcPts val="7000"/>
              </a:lnSpc>
            </a:pPr>
            <a:r>
              <a:rPr lang="en-US" sz="15000" cap="all">
                <a:solidFill>
                  <a:srgbClr val="C9DAD4"/>
                </a:solidFill>
                <a:latin typeface="Noto Sans Black" panose="020B0A02040504020204" pitchFamily="34" charset="0"/>
              </a:rPr>
              <a:t>Backup</a:t>
            </a:r>
          </a:p>
        </p:txBody>
      </p:sp>
      <p:sp>
        <p:nvSpPr>
          <p:cNvPr id="6" name="MIO_AGENDA_LAST_SLIDE" hidden="1">
            <a:extLst>
              <a:ext uri="{FF2B5EF4-FFF2-40B4-BE49-F238E27FC236}">
                <a16:creationId xmlns:a16="http://schemas.microsoft.com/office/drawing/2014/main" id="{2F1F0947-2317-D217-BAD8-AB43A8719C52}"/>
              </a:ext>
            </a:extLst>
          </p:cNvPr>
          <p:cNvSpPr/>
          <p:nvPr/>
        </p:nvSpPr>
        <p:spPr>
          <a:xfrm>
            <a:off x="11087100" y="228600"/>
            <a:ext cx="733425" cy="733425"/>
          </a:xfrm>
          <a:prstGeom prst="ellipse">
            <a:avLst/>
          </a:prstGeom>
          <a:solidFill>
            <a:srgbClr val="EBEB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72000" rIns="54000" bIns="72000" rtlCol="0" anchor="ctr"/>
          <a:lstStyle/>
          <a:p>
            <a:pPr algn="ctr">
              <a:lnSpc>
                <a:spcPct val="120000"/>
              </a:lnSpc>
              <a:spcBef>
                <a:spcPts val="600"/>
              </a:spcBef>
            </a:pPr>
            <a:endParaRPr lang="en-US" sz="1200">
              <a:solidFill>
                <a:schemeClr val="tx1"/>
              </a:solidFill>
            </a:endParaRPr>
          </a:p>
        </p:txBody>
      </p:sp>
      <p:sp>
        <p:nvSpPr>
          <p:cNvPr id="7" name="Backup">
            <a:extLst>
              <a:ext uri="{FF2B5EF4-FFF2-40B4-BE49-F238E27FC236}">
                <a16:creationId xmlns:a16="http://schemas.microsoft.com/office/drawing/2014/main" id="{231D9800-3821-4F44-452E-947DB1588238}"/>
              </a:ext>
            </a:extLst>
          </p:cNvPr>
          <p:cNvSpPr txBox="1">
            <a:spLocks/>
          </p:cNvSpPr>
          <p:nvPr userDrawn="1"/>
        </p:nvSpPr>
        <p:spPr bwMode="gray">
          <a:xfrm>
            <a:off x="4017264" y="6195498"/>
            <a:ext cx="8343007" cy="1169807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3200" b="1" kern="120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algn="r">
              <a:lnSpc>
                <a:spcPts val="7000"/>
              </a:lnSpc>
            </a:pPr>
            <a:r>
              <a:rPr lang="en-US" sz="15000" cap="all">
                <a:solidFill>
                  <a:srgbClr val="C9DAD4"/>
                </a:solidFill>
                <a:latin typeface="Noto Sans Black" panose="020B0A02040504020204" pitchFamily="34" charset="0"/>
              </a:rPr>
              <a:t>Backup</a:t>
            </a:r>
          </a:p>
        </p:txBody>
      </p:sp>
      <p:sp>
        <p:nvSpPr>
          <p:cNvPr id="8" name="MIO_AGENDA_IGNORE_CHAPTER_REFERENCE" hidden="1">
            <a:extLst>
              <a:ext uri="{FF2B5EF4-FFF2-40B4-BE49-F238E27FC236}">
                <a16:creationId xmlns:a16="http://schemas.microsoft.com/office/drawing/2014/main" id="{A37BB2FA-B08C-2DC3-DFE0-7F300B36CA86}"/>
              </a:ext>
            </a:extLst>
          </p:cNvPr>
          <p:cNvSpPr/>
          <p:nvPr userDrawn="1"/>
        </p:nvSpPr>
        <p:spPr>
          <a:xfrm>
            <a:off x="10722634" y="491706"/>
            <a:ext cx="776377" cy="664234"/>
          </a:xfrm>
          <a:prstGeom prst="rect">
            <a:avLst/>
          </a:prstGeom>
          <a:solidFill>
            <a:srgbClr val="EBEB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72000" rIns="54000" bIns="72000" rtlCol="0" anchor="ctr"/>
          <a:lstStyle/>
          <a:p>
            <a:pPr algn="ctr">
              <a:lnSpc>
                <a:spcPct val="120000"/>
              </a:lnSpc>
              <a:spcBef>
                <a:spcPts val="600"/>
              </a:spcBef>
            </a:pPr>
            <a:endParaRPr lang="de-DE" sz="12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535976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nimated Logo + Cla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IO_AGENDA_LAST_SLIDE" hidden="1">
            <a:extLst>
              <a:ext uri="{FF2B5EF4-FFF2-40B4-BE49-F238E27FC236}">
                <a16:creationId xmlns:a16="http://schemas.microsoft.com/office/drawing/2014/main" id="{1AA4D300-56CC-7A5E-594A-25AE78B27C66}"/>
              </a:ext>
            </a:extLst>
          </p:cNvPr>
          <p:cNvSpPr/>
          <p:nvPr userDrawn="1"/>
        </p:nvSpPr>
        <p:spPr>
          <a:xfrm>
            <a:off x="11087100" y="228600"/>
            <a:ext cx="733425" cy="733425"/>
          </a:xfrm>
          <a:prstGeom prst="ellipse">
            <a:avLst/>
          </a:prstGeom>
          <a:solidFill>
            <a:srgbClr val="EBEB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72000" rIns="54000" bIns="72000" rtlCol="0" anchor="ctr"/>
          <a:lstStyle/>
          <a:p>
            <a:pPr algn="ctr">
              <a:lnSpc>
                <a:spcPct val="120000"/>
              </a:lnSpc>
              <a:spcBef>
                <a:spcPts val="600"/>
              </a:spcBef>
            </a:pPr>
            <a:endParaRPr lang="en-US" sz="1200">
              <a:solidFill>
                <a:schemeClr val="tx1"/>
              </a:solidFill>
            </a:endParaRPr>
          </a:p>
        </p:txBody>
      </p:sp>
      <p:sp>
        <p:nvSpPr>
          <p:cNvPr id="5" name="Datumsplatzhalter 2">
            <a:extLst>
              <a:ext uri="{FF2B5EF4-FFF2-40B4-BE49-F238E27FC236}">
                <a16:creationId xmlns:a16="http://schemas.microsoft.com/office/drawing/2014/main" id="{F1C6BF7A-6069-1F4B-FD10-D8894C162AC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9422" y="7033793"/>
            <a:ext cx="625478" cy="123111"/>
          </a:xfrm>
        </p:spPr>
        <p:txBody>
          <a:bodyPr/>
          <a:lstStyle/>
          <a:p>
            <a:r>
              <a:rPr lang="en-US"/>
              <a:t>Mars 2026</a:t>
            </a:r>
          </a:p>
        </p:txBody>
      </p:sp>
      <p:sp>
        <p:nvSpPr>
          <p:cNvPr id="6" name="Fußzeilenplatzhalter 3">
            <a:extLst>
              <a:ext uri="{FF2B5EF4-FFF2-40B4-BE49-F238E27FC236}">
                <a16:creationId xmlns:a16="http://schemas.microsoft.com/office/drawing/2014/main" id="{409D7BE9-666D-0345-2CB9-216DCBC416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99424" y="7033793"/>
            <a:ext cx="7056248" cy="123111"/>
          </a:xfrm>
        </p:spPr>
        <p:txBody>
          <a:bodyPr/>
          <a:lstStyle/>
          <a:p>
            <a:r>
              <a:rPr lang="en-US"/>
              <a:t>CONFIDENTIAL</a:t>
            </a:r>
          </a:p>
        </p:txBody>
      </p:sp>
      <p:sp>
        <p:nvSpPr>
          <p:cNvPr id="8" name="Foliennummernplatzhalter 4">
            <a:extLst>
              <a:ext uri="{FF2B5EF4-FFF2-40B4-BE49-F238E27FC236}">
                <a16:creationId xmlns:a16="http://schemas.microsoft.com/office/drawing/2014/main" id="{816AAEC7-0DAD-E2BD-FA26-5DCF8624DA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52583" y="7033793"/>
            <a:ext cx="360001" cy="123111"/>
          </a:xfrm>
        </p:spPr>
        <p:txBody>
          <a:bodyPr/>
          <a:lstStyle/>
          <a:p>
            <a:fld id="{42C4E3B7-B340-4E97-8B0E-D9BA7642178E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4" name="MIO_AGENDA_IGNORE_CHAPTER_REFERENCE" hidden="1">
            <a:extLst>
              <a:ext uri="{FF2B5EF4-FFF2-40B4-BE49-F238E27FC236}">
                <a16:creationId xmlns:a16="http://schemas.microsoft.com/office/drawing/2014/main" id="{E84A75D0-FC40-3E59-5EEE-88005EB74DC2}"/>
              </a:ext>
            </a:extLst>
          </p:cNvPr>
          <p:cNvSpPr/>
          <p:nvPr userDrawn="1"/>
        </p:nvSpPr>
        <p:spPr>
          <a:xfrm>
            <a:off x="10722634" y="491706"/>
            <a:ext cx="776377" cy="664234"/>
          </a:xfrm>
          <a:prstGeom prst="rect">
            <a:avLst/>
          </a:prstGeom>
          <a:solidFill>
            <a:srgbClr val="EBEB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72000" rIns="54000" bIns="72000" rtlCol="0" anchor="ctr"/>
          <a:lstStyle/>
          <a:p>
            <a:pPr algn="ctr">
              <a:lnSpc>
                <a:spcPct val="120000"/>
              </a:lnSpc>
              <a:spcBef>
                <a:spcPts val="600"/>
              </a:spcBef>
            </a:pPr>
            <a:endParaRPr lang="de-DE" sz="1200">
              <a:solidFill>
                <a:schemeClr val="tx1"/>
              </a:solidFill>
            </a:endParaRPr>
          </a:p>
        </p:txBody>
      </p:sp>
      <p:pic>
        <p:nvPicPr>
          <p:cNvPr id="10" name="Claim" descr="Ein Bild, das Blume enthält.&#10;&#10;Automatisch generierte Beschreibung">
            <a:extLst>
              <a:ext uri="{FF2B5EF4-FFF2-40B4-BE49-F238E27FC236}">
                <a16:creationId xmlns:a16="http://schemas.microsoft.com/office/drawing/2014/main" id="{386D5743-7822-1C00-FB2A-6A0998B23E78}"/>
              </a:ext>
            </a:extLst>
          </p:cNvPr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456" b="39456"/>
          <a:stretch/>
        </p:blipFill>
        <p:spPr>
          <a:xfrm>
            <a:off x="1844351" y="2881360"/>
            <a:ext cx="8503298" cy="1267720"/>
          </a:xfrm>
          <a:prstGeom prst="rect">
            <a:avLst/>
          </a:prstGeom>
        </p:spPr>
      </p:pic>
      <p:grpSp>
        <p:nvGrpSpPr>
          <p:cNvPr id="13" name="Logo">
            <a:extLst>
              <a:ext uri="{FF2B5EF4-FFF2-40B4-BE49-F238E27FC236}">
                <a16:creationId xmlns:a16="http://schemas.microsoft.com/office/drawing/2014/main" id="{FF2E3CDE-84AA-15A8-F8A2-814DC4C10836}"/>
              </a:ext>
            </a:extLst>
          </p:cNvPr>
          <p:cNvGrpSpPr/>
          <p:nvPr userDrawn="1"/>
        </p:nvGrpSpPr>
        <p:grpSpPr>
          <a:xfrm>
            <a:off x="2255520" y="2715900"/>
            <a:ext cx="7680960" cy="1426200"/>
            <a:chOff x="2255520" y="2715900"/>
            <a:chExt cx="7680960" cy="14262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9BA1EB3B-0A2C-B4A6-F3E2-7C0F7C7DE32C}"/>
                </a:ext>
              </a:extLst>
            </p:cNvPr>
            <p:cNvSpPr/>
            <p:nvPr userDrawn="1"/>
          </p:nvSpPr>
          <p:spPr>
            <a:xfrm>
              <a:off x="2255520" y="2715900"/>
              <a:ext cx="7680960" cy="1426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4000" tIns="72000" rIns="54000" bIns="72000" rtlCol="0" anchor="ctr"/>
            <a:lstStyle/>
            <a:p>
              <a:pPr algn="ctr">
                <a:lnSpc>
                  <a:spcPct val="120000"/>
                </a:lnSpc>
                <a:spcBef>
                  <a:spcPts val="600"/>
                </a:spcBef>
              </a:pPr>
              <a:endParaRPr lang="de-DE" sz="1200">
                <a:solidFill>
                  <a:schemeClr val="tx1"/>
                </a:solidFill>
              </a:endParaRPr>
            </a:p>
          </p:txBody>
        </p:sp>
        <p:pic>
          <p:nvPicPr>
            <p:cNvPr id="11" name="Grafik 1">
              <a:extLst>
                <a:ext uri="{FF2B5EF4-FFF2-40B4-BE49-F238E27FC236}">
                  <a16:creationId xmlns:a16="http://schemas.microsoft.com/office/drawing/2014/main" id="{8FA64D0A-35F3-4081-7986-3A0D2A3CC2AA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2652109" y="3044152"/>
              <a:ext cx="6887783" cy="76969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0563598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xit" presetSubtype="0" fill="hold" nodeType="withEffect">
                                  <p:stCondLst>
                                    <p:cond delay="4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60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9D34AA96-2B1B-4223-F2EF-36F4F64AB9E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644239" y="3044151"/>
            <a:ext cx="6887783" cy="769697"/>
          </a:xfrm>
          <a:prstGeom prst="rect">
            <a:avLst/>
          </a:prstGeom>
        </p:spPr>
      </p:pic>
      <p:sp>
        <p:nvSpPr>
          <p:cNvPr id="5" name="MIO_AGENDA_LAST_SLIDE" hidden="1">
            <a:extLst>
              <a:ext uri="{FF2B5EF4-FFF2-40B4-BE49-F238E27FC236}">
                <a16:creationId xmlns:a16="http://schemas.microsoft.com/office/drawing/2014/main" id="{ED1003C1-50ED-25C2-C909-0E9D9DBD7814}"/>
              </a:ext>
            </a:extLst>
          </p:cNvPr>
          <p:cNvSpPr/>
          <p:nvPr userDrawn="1"/>
        </p:nvSpPr>
        <p:spPr>
          <a:xfrm>
            <a:off x="11087100" y="228600"/>
            <a:ext cx="733425" cy="733425"/>
          </a:xfrm>
          <a:prstGeom prst="ellipse">
            <a:avLst/>
          </a:prstGeom>
          <a:solidFill>
            <a:srgbClr val="EBEB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72000" rIns="54000" bIns="72000" rtlCol="0" anchor="ctr"/>
          <a:lstStyle/>
          <a:p>
            <a:pPr algn="ctr">
              <a:lnSpc>
                <a:spcPct val="120000"/>
              </a:lnSpc>
              <a:spcBef>
                <a:spcPts val="600"/>
              </a:spcBef>
            </a:pPr>
            <a:endParaRPr lang="en-US" sz="1200">
              <a:solidFill>
                <a:schemeClr val="tx1"/>
              </a:solidFill>
            </a:endParaRPr>
          </a:p>
        </p:txBody>
      </p:sp>
      <p:sp>
        <p:nvSpPr>
          <p:cNvPr id="4" name="Datumsplatzhalter 2">
            <a:extLst>
              <a:ext uri="{FF2B5EF4-FFF2-40B4-BE49-F238E27FC236}">
                <a16:creationId xmlns:a16="http://schemas.microsoft.com/office/drawing/2014/main" id="{3245FC8B-C213-3E39-B87B-F0F4B91BB9E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9422" y="7033793"/>
            <a:ext cx="625478" cy="123111"/>
          </a:xfrm>
        </p:spPr>
        <p:txBody>
          <a:bodyPr/>
          <a:lstStyle/>
          <a:p>
            <a:r>
              <a:rPr lang="en-US"/>
              <a:t>Mars 2026</a:t>
            </a:r>
          </a:p>
        </p:txBody>
      </p:sp>
      <p:sp>
        <p:nvSpPr>
          <p:cNvPr id="6" name="Fußzeilenplatzhalter 3">
            <a:extLst>
              <a:ext uri="{FF2B5EF4-FFF2-40B4-BE49-F238E27FC236}">
                <a16:creationId xmlns:a16="http://schemas.microsoft.com/office/drawing/2014/main" id="{6FB52DB5-E630-2241-67AA-2C0DCDF0EB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99424" y="7033793"/>
            <a:ext cx="7056248" cy="123111"/>
          </a:xfrm>
        </p:spPr>
        <p:txBody>
          <a:bodyPr/>
          <a:lstStyle/>
          <a:p>
            <a:r>
              <a:rPr lang="en-US"/>
              <a:t>CONFIDENTIAL</a:t>
            </a:r>
          </a:p>
        </p:txBody>
      </p:sp>
      <p:sp>
        <p:nvSpPr>
          <p:cNvPr id="7" name="Foliennummernplatzhalter 4">
            <a:extLst>
              <a:ext uri="{FF2B5EF4-FFF2-40B4-BE49-F238E27FC236}">
                <a16:creationId xmlns:a16="http://schemas.microsoft.com/office/drawing/2014/main" id="{1A028F50-4B27-255F-7875-FA9CFD6808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52583" y="7033793"/>
            <a:ext cx="360001" cy="123111"/>
          </a:xfrm>
        </p:spPr>
        <p:txBody>
          <a:bodyPr/>
          <a:lstStyle/>
          <a:p>
            <a:fld id="{42C4E3B7-B340-4E97-8B0E-D9BA7642178E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3" name="MIO_AGENDA_IGNORE_CHAPTER_REFERENCE" hidden="1">
            <a:extLst>
              <a:ext uri="{FF2B5EF4-FFF2-40B4-BE49-F238E27FC236}">
                <a16:creationId xmlns:a16="http://schemas.microsoft.com/office/drawing/2014/main" id="{CF0BC07D-C38C-3B04-A816-435D42AC5BB0}"/>
              </a:ext>
            </a:extLst>
          </p:cNvPr>
          <p:cNvSpPr/>
          <p:nvPr userDrawn="1"/>
        </p:nvSpPr>
        <p:spPr>
          <a:xfrm>
            <a:off x="10722634" y="491706"/>
            <a:ext cx="776377" cy="664234"/>
          </a:xfrm>
          <a:prstGeom prst="rect">
            <a:avLst/>
          </a:prstGeom>
          <a:solidFill>
            <a:srgbClr val="EBEB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72000" rIns="54000" bIns="72000" rtlCol="0" anchor="ctr"/>
          <a:lstStyle/>
          <a:p>
            <a:pPr algn="ctr">
              <a:lnSpc>
                <a:spcPct val="120000"/>
              </a:lnSpc>
              <a:spcBef>
                <a:spcPts val="600"/>
              </a:spcBef>
            </a:pPr>
            <a:endParaRPr lang="de-DE" sz="12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047877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la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fik 5" descr="Ein Bild, das Blume enthält.&#10;&#10;Automatisch generierte Beschreibung">
            <a:extLst>
              <a:ext uri="{FF2B5EF4-FFF2-40B4-BE49-F238E27FC236}">
                <a16:creationId xmlns:a16="http://schemas.microsoft.com/office/drawing/2014/main" id="{422B50DF-9CE6-8EE7-8665-2088A9FD0F01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844351" y="2881360"/>
            <a:ext cx="8503298" cy="1267720"/>
          </a:xfrm>
          <a:prstGeom prst="rect">
            <a:avLst/>
          </a:prstGeom>
        </p:spPr>
      </p:pic>
      <p:sp>
        <p:nvSpPr>
          <p:cNvPr id="4" name="MIO_AGENDA_LAST_SLIDE" hidden="1">
            <a:extLst>
              <a:ext uri="{FF2B5EF4-FFF2-40B4-BE49-F238E27FC236}">
                <a16:creationId xmlns:a16="http://schemas.microsoft.com/office/drawing/2014/main" id="{4DAD5D0A-FE19-B140-3A77-ECABE5A3FFEF}"/>
              </a:ext>
            </a:extLst>
          </p:cNvPr>
          <p:cNvSpPr/>
          <p:nvPr userDrawn="1"/>
        </p:nvSpPr>
        <p:spPr>
          <a:xfrm>
            <a:off x="11087100" y="228600"/>
            <a:ext cx="733425" cy="733425"/>
          </a:xfrm>
          <a:prstGeom prst="ellipse">
            <a:avLst/>
          </a:prstGeom>
          <a:solidFill>
            <a:srgbClr val="EBEB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72000" rIns="54000" bIns="72000" rtlCol="0" anchor="ctr"/>
          <a:lstStyle/>
          <a:p>
            <a:pPr algn="ctr">
              <a:lnSpc>
                <a:spcPct val="120000"/>
              </a:lnSpc>
              <a:spcBef>
                <a:spcPts val="600"/>
              </a:spcBef>
            </a:pPr>
            <a:endParaRPr lang="en-US" sz="1200">
              <a:solidFill>
                <a:schemeClr val="tx1"/>
              </a:solidFill>
            </a:endParaRP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BAF4A9C6-C3B9-461E-D738-B28EAF4B002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9422" y="7033793"/>
            <a:ext cx="625478" cy="123111"/>
          </a:xfrm>
        </p:spPr>
        <p:txBody>
          <a:bodyPr/>
          <a:lstStyle/>
          <a:p>
            <a:r>
              <a:rPr lang="en-US"/>
              <a:t>Mars 2026</a:t>
            </a:r>
          </a:p>
        </p:txBody>
      </p:sp>
      <p:sp>
        <p:nvSpPr>
          <p:cNvPr id="5" name="Fußzeilenplatzhalter 3">
            <a:extLst>
              <a:ext uri="{FF2B5EF4-FFF2-40B4-BE49-F238E27FC236}">
                <a16:creationId xmlns:a16="http://schemas.microsoft.com/office/drawing/2014/main" id="{3BA48D1D-A205-BF7E-C6FA-21F32106D0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99424" y="7033793"/>
            <a:ext cx="7056248" cy="123111"/>
          </a:xfrm>
        </p:spPr>
        <p:txBody>
          <a:bodyPr/>
          <a:lstStyle/>
          <a:p>
            <a:r>
              <a:rPr lang="en-US"/>
              <a:t>CONFIDENTIAL</a:t>
            </a:r>
          </a:p>
        </p:txBody>
      </p:sp>
      <p:sp>
        <p:nvSpPr>
          <p:cNvPr id="7" name="Foliennummernplatzhalter 4">
            <a:extLst>
              <a:ext uri="{FF2B5EF4-FFF2-40B4-BE49-F238E27FC236}">
                <a16:creationId xmlns:a16="http://schemas.microsoft.com/office/drawing/2014/main" id="{102A822C-15A1-56E7-1817-1E7C7D79E5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52583" y="7033793"/>
            <a:ext cx="360001" cy="123111"/>
          </a:xfrm>
        </p:spPr>
        <p:txBody>
          <a:bodyPr/>
          <a:lstStyle/>
          <a:p>
            <a:fld id="{42C4E3B7-B340-4E97-8B0E-D9BA7642178E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8" name="MIO_AGENDA_IGNORE_CHAPTER_REFERENCE" hidden="1">
            <a:extLst>
              <a:ext uri="{FF2B5EF4-FFF2-40B4-BE49-F238E27FC236}">
                <a16:creationId xmlns:a16="http://schemas.microsoft.com/office/drawing/2014/main" id="{58F5DB44-9F15-9CCF-974D-6B21428DD25B}"/>
              </a:ext>
            </a:extLst>
          </p:cNvPr>
          <p:cNvSpPr/>
          <p:nvPr userDrawn="1"/>
        </p:nvSpPr>
        <p:spPr>
          <a:xfrm>
            <a:off x="10722634" y="491706"/>
            <a:ext cx="776377" cy="664234"/>
          </a:xfrm>
          <a:prstGeom prst="rect">
            <a:avLst/>
          </a:prstGeom>
          <a:solidFill>
            <a:srgbClr val="EBEB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72000" rIns="54000" bIns="72000" rtlCol="0" anchor="ctr"/>
          <a:lstStyle/>
          <a:p>
            <a:pPr algn="ctr">
              <a:lnSpc>
                <a:spcPct val="120000"/>
              </a:lnSpc>
              <a:spcBef>
                <a:spcPts val="600"/>
              </a:spcBef>
            </a:pPr>
            <a:endParaRPr lang="de-DE" sz="12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674382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Just Headline |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818A2D4D-3EBD-ACEB-DE33-22542A0BA2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7" name="MIO_CONVERT_SLIDES_SUBTITLE">
            <a:extLst>
              <a:ext uri="{FF2B5EF4-FFF2-40B4-BE49-F238E27FC236}">
                <a16:creationId xmlns:a16="http://schemas.microsoft.com/office/drawing/2014/main" id="{68382814-9A79-F736-ADBE-7FE811FDAD5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9375" y="476024"/>
            <a:ext cx="8928625" cy="115416"/>
          </a:xfrm>
        </p:spPr>
        <p:txBody>
          <a:bodyPr/>
          <a:lstStyle>
            <a:lvl1pPr>
              <a:defRPr sz="800" cap="all" spc="300" baseline="0">
                <a:solidFill>
                  <a:srgbClr val="878787"/>
                </a:solidFill>
              </a:defRPr>
            </a:lvl1pPr>
          </a:lstStyle>
          <a:p>
            <a:r>
              <a:rPr lang="en-US"/>
              <a:t>Topline usually Topic</a:t>
            </a:r>
          </a:p>
        </p:txBody>
      </p:sp>
      <p:sp>
        <p:nvSpPr>
          <p:cNvPr id="8" name="Datumsplatzhalter 3">
            <a:extLst>
              <a:ext uri="{FF2B5EF4-FFF2-40B4-BE49-F238E27FC236}">
                <a16:creationId xmlns:a16="http://schemas.microsoft.com/office/drawing/2014/main" id="{2139F4D0-C3DC-66FD-A993-EDE2D759B18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79422" y="6527607"/>
            <a:ext cx="640718" cy="12311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US" altLang="zh-SG"/>
              <a:t>Mars 2026</a:t>
            </a:r>
          </a:p>
        </p:txBody>
      </p:sp>
      <p:sp>
        <p:nvSpPr>
          <p:cNvPr id="9" name="Fußzeilenplatzhalter 4">
            <a:extLst>
              <a:ext uri="{FF2B5EF4-FFF2-40B4-BE49-F238E27FC236}">
                <a16:creationId xmlns:a16="http://schemas.microsoft.com/office/drawing/2014/main" id="{DEA832A9-CED2-F72A-6056-2635E6D8FE6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199424" y="6527607"/>
            <a:ext cx="6020526" cy="12311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US" altLang="zh-SG"/>
              <a:t>CONFIDENTIAL</a:t>
            </a:r>
          </a:p>
        </p:txBody>
      </p:sp>
      <p:sp>
        <p:nvSpPr>
          <p:cNvPr id="10" name="Foliennummernplatzhalter 5">
            <a:extLst>
              <a:ext uri="{FF2B5EF4-FFF2-40B4-BE49-F238E27FC236}">
                <a16:creationId xmlns:a16="http://schemas.microsoft.com/office/drawing/2014/main" id="{1AAA4E9B-8872-2758-0182-CACC94CCF8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68100" y="6527607"/>
            <a:ext cx="244484" cy="12311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F4610F28-5C11-4E52-A7B2-F9D693A74473}" type="slidenum">
              <a:rPr lang="en-US" altLang="zh-SG"/>
              <a:t>‹#›</a:t>
            </a:fld>
            <a:endParaRPr lang="en-US" altLang="zh-SG"/>
          </a:p>
        </p:txBody>
      </p:sp>
    </p:spTree>
    <p:extLst>
      <p:ext uri="{BB962C8B-B14F-4D97-AF65-F5344CB8AC3E}">
        <p14:creationId xmlns:p14="http://schemas.microsoft.com/office/powerpoint/2010/main" val="12450523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3884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Just Headline |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hink-cell data - do not delete" hidden="1">
            <a:extLst>
              <a:ext uri="{FF2B5EF4-FFF2-40B4-BE49-F238E27FC236}">
                <a16:creationId xmlns:a16="http://schemas.microsoft.com/office/drawing/2014/main" id="{4C0DFADF-2584-90B5-008F-8277E3A5DA0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35353506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47" imgH="348" progId="TCLayout.ActiveDocument.1">
                  <p:embed/>
                </p:oleObj>
              </mc:Choice>
              <mc:Fallback>
                <p:oleObj name="think-cell Slide" r:id="rId3" imgW="347" imgH="348" progId="TCLayout.ActiveDocument.1">
                  <p:embed/>
                  <p:pic>
                    <p:nvPicPr>
                      <p:cNvPr id="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C0DFADF-2584-90B5-008F-8277E3A5DA0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">
            <a:extLst>
              <a:ext uri="{FF2B5EF4-FFF2-40B4-BE49-F238E27FC236}">
                <a16:creationId xmlns:a16="http://schemas.microsoft.com/office/drawing/2014/main" id="{818A2D4D-3EBD-ACEB-DE33-22542A0BA2E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/>
          <a:p>
            <a:r>
              <a:rPr lang="de-DE"/>
              <a:t>Mastertitelformat bearbeiten</a:t>
            </a:r>
          </a:p>
        </p:txBody>
      </p:sp>
      <p:sp>
        <p:nvSpPr>
          <p:cNvPr id="7" name="MIO_CONVERT_SLIDES_SUBTITLE">
            <a:extLst>
              <a:ext uri="{FF2B5EF4-FFF2-40B4-BE49-F238E27FC236}">
                <a16:creationId xmlns:a16="http://schemas.microsoft.com/office/drawing/2014/main" id="{68382814-9A79-F736-ADBE-7FE811FDAD5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9375" y="476024"/>
            <a:ext cx="8928625" cy="115416"/>
          </a:xfrm>
        </p:spPr>
        <p:txBody>
          <a:bodyPr/>
          <a:lstStyle>
            <a:lvl1pPr>
              <a:defRPr sz="800" cap="all" spc="300" baseline="0">
                <a:solidFill>
                  <a:srgbClr val="878787"/>
                </a:solidFill>
              </a:defRPr>
            </a:lvl1pPr>
          </a:lstStyle>
          <a:p>
            <a:r>
              <a:rPr lang="en-US"/>
              <a:t>Topline usually Topic</a:t>
            </a:r>
          </a:p>
        </p:txBody>
      </p:sp>
      <p:sp>
        <p:nvSpPr>
          <p:cNvPr id="6" name="Textplatzhalter 10">
            <a:extLst>
              <a:ext uri="{FF2B5EF4-FFF2-40B4-BE49-F238E27FC236}">
                <a16:creationId xmlns:a16="http://schemas.microsoft.com/office/drawing/2014/main" id="{20336019-F854-364F-9FAC-6BBFF9F1CE2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79424" y="6166800"/>
            <a:ext cx="11232000" cy="250341"/>
          </a:xfrm>
        </p:spPr>
        <p:txBody>
          <a:bodyPr anchor="b"/>
          <a:lstStyle>
            <a:lvl1pPr>
              <a:lnSpc>
                <a:spcPct val="100000"/>
              </a:lnSpc>
              <a:spcBef>
                <a:spcPts val="0"/>
              </a:spcBef>
              <a:defRPr sz="800">
                <a:solidFill>
                  <a:srgbClr val="878787"/>
                </a:solidFill>
              </a:defRPr>
            </a:lvl1pPr>
          </a:lstStyle>
          <a:p>
            <a:pPr lvl="0"/>
            <a:r>
              <a:rPr lang="en-US"/>
              <a:t>¹ Insert footnotes for additional information here | ² Insert footnotes for additional information here | ³ Insert footnotes for additional information here | …</a:t>
            </a:r>
          </a:p>
        </p:txBody>
      </p:sp>
      <p:sp>
        <p:nvSpPr>
          <p:cNvPr id="12" name="Datumsplatzhalter 3">
            <a:extLst>
              <a:ext uri="{FF2B5EF4-FFF2-40B4-BE49-F238E27FC236}">
                <a16:creationId xmlns:a16="http://schemas.microsoft.com/office/drawing/2014/main" id="{FCB48226-E057-BD5D-9B06-7A0088D9655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79422" y="6527607"/>
            <a:ext cx="640718" cy="12311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US" altLang="zh-SG"/>
              <a:t>Mars 2026</a:t>
            </a:r>
          </a:p>
        </p:txBody>
      </p:sp>
      <p:sp>
        <p:nvSpPr>
          <p:cNvPr id="13" name="Fußzeilenplatzhalter 4">
            <a:extLst>
              <a:ext uri="{FF2B5EF4-FFF2-40B4-BE49-F238E27FC236}">
                <a16:creationId xmlns:a16="http://schemas.microsoft.com/office/drawing/2014/main" id="{45392A74-FCF5-08B2-48F6-06D8AE918B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199424" y="6527607"/>
            <a:ext cx="6020526" cy="12311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US" altLang="zh-SG"/>
              <a:t>CONFIDENTIAL</a:t>
            </a:r>
          </a:p>
        </p:txBody>
      </p:sp>
      <p:sp>
        <p:nvSpPr>
          <p:cNvPr id="14" name="Foliennummernplatzhalter 5">
            <a:extLst>
              <a:ext uri="{FF2B5EF4-FFF2-40B4-BE49-F238E27FC236}">
                <a16:creationId xmlns:a16="http://schemas.microsoft.com/office/drawing/2014/main" id="{26BA01C7-EEEB-040D-CDA9-C8EBA08D37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68100" y="6527607"/>
            <a:ext cx="244484" cy="12311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F4610F28-5C11-4E52-A7B2-F9D693A74473}" type="slidenum">
              <a:rPr lang="en-US" altLang="zh-SG"/>
              <a:t>‹#›</a:t>
            </a:fld>
            <a:endParaRPr lang="en-US" altLang="zh-SG"/>
          </a:p>
        </p:txBody>
      </p:sp>
    </p:spTree>
    <p:extLst>
      <p:ext uri="{BB962C8B-B14F-4D97-AF65-F5344CB8AC3E}">
        <p14:creationId xmlns:p14="http://schemas.microsoft.com/office/powerpoint/2010/main" val="30042286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3884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Just Headline |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hink-cell data - do not delete" hidden="1">
            <a:extLst>
              <a:ext uri="{FF2B5EF4-FFF2-40B4-BE49-F238E27FC236}">
                <a16:creationId xmlns:a16="http://schemas.microsoft.com/office/drawing/2014/main" id="{539A1FF5-8CBA-8F2C-BA27-B3FD40935F0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88373556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47" imgH="348" progId="TCLayout.ActiveDocument.1">
                  <p:embed/>
                </p:oleObj>
              </mc:Choice>
              <mc:Fallback>
                <p:oleObj name="think-cell Slide" r:id="rId3" imgW="347" imgH="348" progId="TCLayout.ActiveDocument.1">
                  <p:embed/>
                  <p:pic>
                    <p:nvPicPr>
                      <p:cNvPr id="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39A1FF5-8CBA-8F2C-BA27-B3FD40935F0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">
            <a:extLst>
              <a:ext uri="{FF2B5EF4-FFF2-40B4-BE49-F238E27FC236}">
                <a16:creationId xmlns:a16="http://schemas.microsoft.com/office/drawing/2014/main" id="{818A2D4D-3EBD-ACEB-DE33-22542A0BA2E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E082BEC0-E5EA-63F2-DBE4-6BC4FA9CD8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Mars 2026</a:t>
            </a:r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83311B00-3E3E-6CE6-0822-36154CC6B5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CONFIDENTIAL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80556E01-27D2-C56C-4B02-3C76BD3BD4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C4E3B7-B340-4E97-8B0E-D9BA7642178E}" type="slidenum">
              <a:rPr lang="de-DE"/>
              <a:t>‹#›</a:t>
            </a:fld>
            <a:endParaRPr lang="de-DE"/>
          </a:p>
        </p:txBody>
      </p:sp>
      <p:sp>
        <p:nvSpPr>
          <p:cNvPr id="7" name="MIO_CONVERT_SLIDES_SUBTITLE">
            <a:extLst>
              <a:ext uri="{FF2B5EF4-FFF2-40B4-BE49-F238E27FC236}">
                <a16:creationId xmlns:a16="http://schemas.microsoft.com/office/drawing/2014/main" id="{68382814-9A79-F736-ADBE-7FE811FDAD5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9375" y="476024"/>
            <a:ext cx="8928625" cy="115416"/>
          </a:xfrm>
        </p:spPr>
        <p:txBody>
          <a:bodyPr/>
          <a:lstStyle>
            <a:lvl1pPr>
              <a:defRPr sz="800" cap="all" spc="300" baseline="0">
                <a:solidFill>
                  <a:srgbClr val="878787"/>
                </a:solidFill>
              </a:defRPr>
            </a:lvl1pPr>
          </a:lstStyle>
          <a:p>
            <a:r>
              <a:rPr lang="en-US"/>
              <a:t>Topline usually Topic</a:t>
            </a:r>
          </a:p>
        </p:txBody>
      </p:sp>
      <p:sp>
        <p:nvSpPr>
          <p:cNvPr id="6" name="Textplatzhalter 10">
            <a:extLst>
              <a:ext uri="{FF2B5EF4-FFF2-40B4-BE49-F238E27FC236}">
                <a16:creationId xmlns:a16="http://schemas.microsoft.com/office/drawing/2014/main" id="{20336019-F854-364F-9FAC-6BBFF9F1CE2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79424" y="6166800"/>
            <a:ext cx="11232000" cy="250341"/>
          </a:xfrm>
        </p:spPr>
        <p:txBody>
          <a:bodyPr anchor="b"/>
          <a:lstStyle>
            <a:lvl1pPr>
              <a:lnSpc>
                <a:spcPct val="100000"/>
              </a:lnSpc>
              <a:spcBef>
                <a:spcPts val="0"/>
              </a:spcBef>
              <a:defRPr sz="800">
                <a:solidFill>
                  <a:srgbClr val="878787"/>
                </a:solidFill>
              </a:defRPr>
            </a:lvl1pPr>
          </a:lstStyle>
          <a:p>
            <a:pPr lvl="0"/>
            <a:r>
              <a:rPr lang="en-US"/>
              <a:t>¹ Insert footnotes for additional information here | ² Insert footnotes for additional information here | ³ Insert footnotes for additional information here | …</a:t>
            </a:r>
          </a:p>
        </p:txBody>
      </p:sp>
    </p:spTree>
    <p:extLst>
      <p:ext uri="{BB962C8B-B14F-4D97-AF65-F5344CB8AC3E}">
        <p14:creationId xmlns:p14="http://schemas.microsoft.com/office/powerpoint/2010/main" val="4351944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3884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roduct Roadma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65483044-202F-42BE-B623-A05A7143C4E5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 bwMode="gray"/>
        <p:txBody>
          <a:bodyPr/>
          <a:lstStyle/>
          <a:p>
            <a:fld id="{4996FA93-2C04-4230-B649-753F9826C7BB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949D1E11-1F27-43E9-A619-3800CF71FD1A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algn="l"/>
            <a:r>
              <a:rPr lang="de-DE"/>
              <a:t>CONFIDENTIAL</a:t>
            </a:r>
          </a:p>
        </p:txBody>
      </p:sp>
      <p:graphicFrame>
        <p:nvGraphicFramePr>
          <p:cNvPr id="7" name="Tabelle 6">
            <a:extLst>
              <a:ext uri="{FF2B5EF4-FFF2-40B4-BE49-F238E27FC236}">
                <a16:creationId xmlns:a16="http://schemas.microsoft.com/office/drawing/2014/main" id="{ADE8AC92-E006-41BC-B410-37E2323BB647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730877179"/>
              </p:ext>
            </p:extLst>
          </p:nvPr>
        </p:nvGraphicFramePr>
        <p:xfrm>
          <a:off x="1404939" y="1412776"/>
          <a:ext cx="9805800" cy="4570846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408575">
                  <a:extLst>
                    <a:ext uri="{9D8B030D-6E8A-4147-A177-3AD203B41FA5}">
                      <a16:colId xmlns:a16="http://schemas.microsoft.com/office/drawing/2014/main" val="4210178260"/>
                    </a:ext>
                  </a:extLst>
                </a:gridCol>
                <a:gridCol w="408575">
                  <a:extLst>
                    <a:ext uri="{9D8B030D-6E8A-4147-A177-3AD203B41FA5}">
                      <a16:colId xmlns:a16="http://schemas.microsoft.com/office/drawing/2014/main" val="343657824"/>
                    </a:ext>
                  </a:extLst>
                </a:gridCol>
                <a:gridCol w="408575">
                  <a:extLst>
                    <a:ext uri="{9D8B030D-6E8A-4147-A177-3AD203B41FA5}">
                      <a16:colId xmlns:a16="http://schemas.microsoft.com/office/drawing/2014/main" val="745801435"/>
                    </a:ext>
                  </a:extLst>
                </a:gridCol>
                <a:gridCol w="408575">
                  <a:extLst>
                    <a:ext uri="{9D8B030D-6E8A-4147-A177-3AD203B41FA5}">
                      <a16:colId xmlns:a16="http://schemas.microsoft.com/office/drawing/2014/main" val="1144111574"/>
                    </a:ext>
                  </a:extLst>
                </a:gridCol>
                <a:gridCol w="408575">
                  <a:extLst>
                    <a:ext uri="{9D8B030D-6E8A-4147-A177-3AD203B41FA5}">
                      <a16:colId xmlns:a16="http://schemas.microsoft.com/office/drawing/2014/main" val="1722127774"/>
                    </a:ext>
                  </a:extLst>
                </a:gridCol>
                <a:gridCol w="408575">
                  <a:extLst>
                    <a:ext uri="{9D8B030D-6E8A-4147-A177-3AD203B41FA5}">
                      <a16:colId xmlns:a16="http://schemas.microsoft.com/office/drawing/2014/main" val="2843600711"/>
                    </a:ext>
                  </a:extLst>
                </a:gridCol>
                <a:gridCol w="408575">
                  <a:extLst>
                    <a:ext uri="{9D8B030D-6E8A-4147-A177-3AD203B41FA5}">
                      <a16:colId xmlns:a16="http://schemas.microsoft.com/office/drawing/2014/main" val="3045986360"/>
                    </a:ext>
                  </a:extLst>
                </a:gridCol>
                <a:gridCol w="408575">
                  <a:extLst>
                    <a:ext uri="{9D8B030D-6E8A-4147-A177-3AD203B41FA5}">
                      <a16:colId xmlns:a16="http://schemas.microsoft.com/office/drawing/2014/main" val="3307365276"/>
                    </a:ext>
                  </a:extLst>
                </a:gridCol>
                <a:gridCol w="408575">
                  <a:extLst>
                    <a:ext uri="{9D8B030D-6E8A-4147-A177-3AD203B41FA5}">
                      <a16:colId xmlns:a16="http://schemas.microsoft.com/office/drawing/2014/main" val="3369716429"/>
                    </a:ext>
                  </a:extLst>
                </a:gridCol>
                <a:gridCol w="408575">
                  <a:extLst>
                    <a:ext uri="{9D8B030D-6E8A-4147-A177-3AD203B41FA5}">
                      <a16:colId xmlns:a16="http://schemas.microsoft.com/office/drawing/2014/main" val="718891549"/>
                    </a:ext>
                  </a:extLst>
                </a:gridCol>
                <a:gridCol w="408575">
                  <a:extLst>
                    <a:ext uri="{9D8B030D-6E8A-4147-A177-3AD203B41FA5}">
                      <a16:colId xmlns:a16="http://schemas.microsoft.com/office/drawing/2014/main" val="1111192620"/>
                    </a:ext>
                  </a:extLst>
                </a:gridCol>
                <a:gridCol w="408575">
                  <a:extLst>
                    <a:ext uri="{9D8B030D-6E8A-4147-A177-3AD203B41FA5}">
                      <a16:colId xmlns:a16="http://schemas.microsoft.com/office/drawing/2014/main" val="1741998574"/>
                    </a:ext>
                  </a:extLst>
                </a:gridCol>
                <a:gridCol w="408575">
                  <a:extLst>
                    <a:ext uri="{9D8B030D-6E8A-4147-A177-3AD203B41FA5}">
                      <a16:colId xmlns:a16="http://schemas.microsoft.com/office/drawing/2014/main" val="839006732"/>
                    </a:ext>
                  </a:extLst>
                </a:gridCol>
                <a:gridCol w="408575">
                  <a:extLst>
                    <a:ext uri="{9D8B030D-6E8A-4147-A177-3AD203B41FA5}">
                      <a16:colId xmlns:a16="http://schemas.microsoft.com/office/drawing/2014/main" val="1763854440"/>
                    </a:ext>
                  </a:extLst>
                </a:gridCol>
                <a:gridCol w="408575">
                  <a:extLst>
                    <a:ext uri="{9D8B030D-6E8A-4147-A177-3AD203B41FA5}">
                      <a16:colId xmlns:a16="http://schemas.microsoft.com/office/drawing/2014/main" val="578666691"/>
                    </a:ext>
                  </a:extLst>
                </a:gridCol>
                <a:gridCol w="408575">
                  <a:extLst>
                    <a:ext uri="{9D8B030D-6E8A-4147-A177-3AD203B41FA5}">
                      <a16:colId xmlns:a16="http://schemas.microsoft.com/office/drawing/2014/main" val="678545623"/>
                    </a:ext>
                  </a:extLst>
                </a:gridCol>
                <a:gridCol w="408575">
                  <a:extLst>
                    <a:ext uri="{9D8B030D-6E8A-4147-A177-3AD203B41FA5}">
                      <a16:colId xmlns:a16="http://schemas.microsoft.com/office/drawing/2014/main" val="2769099778"/>
                    </a:ext>
                  </a:extLst>
                </a:gridCol>
                <a:gridCol w="408575">
                  <a:extLst>
                    <a:ext uri="{9D8B030D-6E8A-4147-A177-3AD203B41FA5}">
                      <a16:colId xmlns:a16="http://schemas.microsoft.com/office/drawing/2014/main" val="2494330138"/>
                    </a:ext>
                  </a:extLst>
                </a:gridCol>
                <a:gridCol w="408575">
                  <a:extLst>
                    <a:ext uri="{9D8B030D-6E8A-4147-A177-3AD203B41FA5}">
                      <a16:colId xmlns:a16="http://schemas.microsoft.com/office/drawing/2014/main" val="2693516321"/>
                    </a:ext>
                  </a:extLst>
                </a:gridCol>
                <a:gridCol w="408575">
                  <a:extLst>
                    <a:ext uri="{9D8B030D-6E8A-4147-A177-3AD203B41FA5}">
                      <a16:colId xmlns:a16="http://schemas.microsoft.com/office/drawing/2014/main" val="118774457"/>
                    </a:ext>
                  </a:extLst>
                </a:gridCol>
                <a:gridCol w="408575">
                  <a:extLst>
                    <a:ext uri="{9D8B030D-6E8A-4147-A177-3AD203B41FA5}">
                      <a16:colId xmlns:a16="http://schemas.microsoft.com/office/drawing/2014/main" val="3660005639"/>
                    </a:ext>
                  </a:extLst>
                </a:gridCol>
                <a:gridCol w="408575">
                  <a:extLst>
                    <a:ext uri="{9D8B030D-6E8A-4147-A177-3AD203B41FA5}">
                      <a16:colId xmlns:a16="http://schemas.microsoft.com/office/drawing/2014/main" val="2318106849"/>
                    </a:ext>
                  </a:extLst>
                </a:gridCol>
                <a:gridCol w="408575">
                  <a:extLst>
                    <a:ext uri="{9D8B030D-6E8A-4147-A177-3AD203B41FA5}">
                      <a16:colId xmlns:a16="http://schemas.microsoft.com/office/drawing/2014/main" val="1980575034"/>
                    </a:ext>
                  </a:extLst>
                </a:gridCol>
                <a:gridCol w="408575">
                  <a:extLst>
                    <a:ext uri="{9D8B030D-6E8A-4147-A177-3AD203B41FA5}">
                      <a16:colId xmlns:a16="http://schemas.microsoft.com/office/drawing/2014/main" val="2042195870"/>
                    </a:ext>
                  </a:extLst>
                </a:gridCol>
              </a:tblGrid>
              <a:tr h="320040">
                <a:tc gridSpan="2">
                  <a:txBody>
                    <a:bodyPr/>
                    <a:lstStyle/>
                    <a:p>
                      <a:pPr algn="ctr"/>
                      <a:r>
                        <a:rPr lang="de-DE" sz="1500">
                          <a:solidFill>
                            <a:schemeClr val="tx1"/>
                          </a:solidFill>
                        </a:rPr>
                        <a:t>2019</a:t>
                      </a:r>
                      <a:endParaRPr lang="en-US" sz="15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500">
                          <a:solidFill>
                            <a:schemeClr val="tx1"/>
                          </a:solidFill>
                        </a:rPr>
                        <a:t>2020</a:t>
                      </a:r>
                    </a:p>
                  </a:txBody>
                  <a:tcPr>
                    <a:lnL w="381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500">
                          <a:solidFill>
                            <a:schemeClr val="tx1"/>
                          </a:solidFill>
                        </a:rPr>
                        <a:t>2021</a:t>
                      </a:r>
                    </a:p>
                  </a:txBody>
                  <a:tcPr>
                    <a:lnL w="381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500">
                          <a:solidFill>
                            <a:schemeClr val="tx1"/>
                          </a:solidFill>
                        </a:rPr>
                        <a:t>2022</a:t>
                      </a:r>
                    </a:p>
                  </a:txBody>
                  <a:tcPr>
                    <a:lnL w="381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500">
                          <a:solidFill>
                            <a:schemeClr val="tx1"/>
                          </a:solidFill>
                        </a:rPr>
                        <a:t>2023</a:t>
                      </a:r>
                    </a:p>
                  </a:txBody>
                  <a:tcPr>
                    <a:lnL w="381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500">
                          <a:solidFill>
                            <a:schemeClr val="tx1"/>
                          </a:solidFill>
                        </a:rPr>
                        <a:t>2024</a:t>
                      </a:r>
                    </a:p>
                  </a:txBody>
                  <a:tcPr>
                    <a:lnL w="381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500">
                          <a:solidFill>
                            <a:schemeClr val="tx1"/>
                          </a:solidFill>
                        </a:rPr>
                        <a:t>2025</a:t>
                      </a:r>
                    </a:p>
                  </a:txBody>
                  <a:tcPr>
                    <a:lnL w="381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500">
                          <a:solidFill>
                            <a:schemeClr val="tx1"/>
                          </a:solidFill>
                        </a:rPr>
                        <a:t>2026</a:t>
                      </a:r>
                    </a:p>
                  </a:txBody>
                  <a:tcPr>
                    <a:lnL w="381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500">
                          <a:solidFill>
                            <a:schemeClr val="tx1"/>
                          </a:solidFill>
                        </a:rPr>
                        <a:t>2027</a:t>
                      </a:r>
                    </a:p>
                  </a:txBody>
                  <a:tcPr>
                    <a:lnL w="381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500">
                          <a:solidFill>
                            <a:schemeClr val="tx1"/>
                          </a:solidFill>
                        </a:rPr>
                        <a:t>2028</a:t>
                      </a:r>
                    </a:p>
                  </a:txBody>
                  <a:tcPr>
                    <a:lnL w="381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500">
                          <a:solidFill>
                            <a:schemeClr val="tx1"/>
                          </a:solidFill>
                        </a:rPr>
                        <a:t>2029</a:t>
                      </a:r>
                    </a:p>
                  </a:txBody>
                  <a:tcPr>
                    <a:lnL w="381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500">
                          <a:solidFill>
                            <a:schemeClr val="tx1"/>
                          </a:solidFill>
                        </a:rPr>
                        <a:t>2030</a:t>
                      </a:r>
                    </a:p>
                  </a:txBody>
                  <a:tcPr>
                    <a:lnL w="381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7897007"/>
                  </a:ext>
                </a:extLst>
              </a:tr>
              <a:tr h="125307">
                <a:tc>
                  <a:txBody>
                    <a:bodyPr/>
                    <a:lstStyle/>
                    <a:p>
                      <a:pPr algn="ctr"/>
                      <a:endParaRPr lang="en-US" sz="1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endParaRPr lang="en-US" sz="1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endParaRPr lang="en-US" sz="1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77292005"/>
                  </a:ext>
                </a:extLst>
              </a:tr>
              <a:tr h="125307">
                <a:tc>
                  <a:txBody>
                    <a:bodyPr/>
                    <a:lstStyle/>
                    <a:p>
                      <a:pPr algn="ctr"/>
                      <a:endParaRPr lang="en-US" sz="1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endParaRPr lang="en-US" sz="1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endParaRPr lang="en-US" sz="1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endParaRPr lang="en-US" sz="1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endParaRPr lang="en-US" sz="1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endParaRPr lang="en-US" sz="1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07495005"/>
                  </a:ext>
                </a:extLst>
              </a:tr>
              <a:tr h="3874885">
                <a:tc>
                  <a:txBody>
                    <a:bodyPr/>
                    <a:lstStyle/>
                    <a:p>
                      <a:pPr algn="ctr"/>
                      <a:endParaRPr lang="en-US" sz="1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82512734"/>
                  </a:ext>
                </a:extLst>
              </a:tr>
              <a:tr h="125307">
                <a:tc gridSpan="2">
                  <a:txBody>
                    <a:bodyPr/>
                    <a:lstStyle/>
                    <a:p>
                      <a:pPr algn="ctr"/>
                      <a:endParaRPr lang="en-US" sz="1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endParaRPr lang="en-US" sz="1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endParaRPr lang="en-US" sz="1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endParaRPr lang="en-US" sz="1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endParaRPr lang="en-US" sz="1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endParaRPr lang="en-US" sz="1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endParaRPr lang="en-US" sz="1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endParaRPr lang="en-US" sz="1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1230068"/>
                  </a:ext>
                </a:extLst>
              </a:tr>
            </a:tbl>
          </a:graphicData>
        </a:graphic>
      </p:graphicFrame>
      <p:grpSp>
        <p:nvGrpSpPr>
          <p:cNvPr id="16" name="Gruppieren 15">
            <a:extLst>
              <a:ext uri="{FF2B5EF4-FFF2-40B4-BE49-F238E27FC236}">
                <a16:creationId xmlns:a16="http://schemas.microsoft.com/office/drawing/2014/main" id="{64DC130D-8CAB-472A-A7C7-1B1768147E30}"/>
              </a:ext>
            </a:extLst>
          </p:cNvPr>
          <p:cNvGrpSpPr/>
          <p:nvPr userDrawn="1"/>
        </p:nvGrpSpPr>
        <p:grpSpPr>
          <a:xfrm>
            <a:off x="1487488" y="6132656"/>
            <a:ext cx="324000" cy="334189"/>
            <a:chOff x="8472264" y="1988841"/>
            <a:chExt cx="324000" cy="334189"/>
          </a:xfrm>
        </p:grpSpPr>
        <p:sp>
          <p:nvSpPr>
            <p:cNvPr id="17" name="Raute 16">
              <a:extLst>
                <a:ext uri="{FF2B5EF4-FFF2-40B4-BE49-F238E27FC236}">
                  <a16:creationId xmlns:a16="http://schemas.microsoft.com/office/drawing/2014/main" id="{CDB2C667-9A82-433F-B060-356615B014EF}"/>
                </a:ext>
              </a:extLst>
            </p:cNvPr>
            <p:cNvSpPr/>
            <p:nvPr/>
          </p:nvSpPr>
          <p:spPr>
            <a:xfrm>
              <a:off x="8472264" y="1988841"/>
              <a:ext cx="324000" cy="334189"/>
            </a:xfrm>
            <a:prstGeom prst="diamond">
              <a:avLst/>
            </a:prstGeom>
            <a:solidFill>
              <a:schemeClr val="bg1"/>
            </a:solidFill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de-DE" sz="531">
                <a:solidFill>
                  <a:schemeClr val="bg1"/>
                </a:solidFill>
              </a:endParaRPr>
            </a:p>
          </p:txBody>
        </p:sp>
        <p:sp>
          <p:nvSpPr>
            <p:cNvPr id="18" name="Textfeld 17">
              <a:extLst>
                <a:ext uri="{FF2B5EF4-FFF2-40B4-BE49-F238E27FC236}">
                  <a16:creationId xmlns:a16="http://schemas.microsoft.com/office/drawing/2014/main" id="{3768CB19-A9F5-4580-B801-6C30FD4F7020}"/>
                </a:ext>
              </a:extLst>
            </p:cNvPr>
            <p:cNvSpPr txBox="1"/>
            <p:nvPr/>
          </p:nvSpPr>
          <p:spPr>
            <a:xfrm>
              <a:off x="8515828" y="2083114"/>
              <a:ext cx="242054" cy="138499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lIns="0" tIns="0" rIns="0" bIns="0" rtlCol="0">
              <a:spAutoFit/>
            </a:bodyPr>
            <a:lstStyle/>
            <a:p>
              <a:pPr algn="l"/>
              <a:r>
                <a:rPr lang="de-DE" sz="900" b="1"/>
                <a:t>SOP</a:t>
              </a:r>
            </a:p>
          </p:txBody>
        </p:sp>
      </p:grpSp>
      <p:sp>
        <p:nvSpPr>
          <p:cNvPr id="19" name="Textfeld 18">
            <a:extLst>
              <a:ext uri="{FF2B5EF4-FFF2-40B4-BE49-F238E27FC236}">
                <a16:creationId xmlns:a16="http://schemas.microsoft.com/office/drawing/2014/main" id="{8643FAE7-8E75-4965-9B31-C0F135CD5115}"/>
              </a:ext>
            </a:extLst>
          </p:cNvPr>
          <p:cNvSpPr txBox="1"/>
          <p:nvPr userDrawn="1"/>
        </p:nvSpPr>
        <p:spPr>
          <a:xfrm>
            <a:off x="3626977" y="6130474"/>
            <a:ext cx="160492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400"/>
              <a:t>1</a:t>
            </a:r>
            <a:r>
              <a:rPr lang="en-US" sz="1400" baseline="30000"/>
              <a:t>st</a:t>
            </a:r>
            <a:r>
              <a:rPr lang="en-US" sz="1400"/>
              <a:t> customer SOP</a:t>
            </a:r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C8B7245B-005F-47DE-BB04-9A1A9F9A3EAC}"/>
              </a:ext>
            </a:extLst>
          </p:cNvPr>
          <p:cNvSpPr txBox="1"/>
          <p:nvPr userDrawn="1"/>
        </p:nvSpPr>
        <p:spPr>
          <a:xfrm>
            <a:off x="1766118" y="6130474"/>
            <a:ext cx="152157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400"/>
              <a:t>1</a:t>
            </a:r>
            <a:r>
              <a:rPr lang="en-US" sz="1400" baseline="30000"/>
              <a:t>st</a:t>
            </a:r>
            <a:r>
              <a:rPr lang="en-US" sz="1400"/>
              <a:t> possible SOP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95DA90B6-B847-B3D3-0C4C-702A00159AA0}"/>
              </a:ext>
            </a:extLst>
          </p:cNvPr>
          <p:cNvGrpSpPr/>
          <p:nvPr userDrawn="1"/>
        </p:nvGrpSpPr>
        <p:grpSpPr>
          <a:xfrm>
            <a:off x="6988534" y="6192029"/>
            <a:ext cx="1440128" cy="215444"/>
            <a:chOff x="6988534" y="6380561"/>
            <a:chExt cx="1440128" cy="215444"/>
          </a:xfrm>
        </p:grpSpPr>
        <p:sp>
          <p:nvSpPr>
            <p:cNvPr id="30" name="Text Box 53">
              <a:extLst>
                <a:ext uri="{FF2B5EF4-FFF2-40B4-BE49-F238E27FC236}">
                  <a16:creationId xmlns:a16="http://schemas.microsoft.com/office/drawing/2014/main" id="{CF626A78-24C4-4CC5-8950-2B7F0E35FF68}"/>
                </a:ext>
              </a:extLst>
            </p:cNvPr>
            <p:cNvSpPr txBox="1">
              <a:spLocks noChangeArrowheads="1"/>
            </p:cNvSpPr>
            <p:nvPr userDrawn="1">
              <p:custDataLst>
                <p:tags r:id="rId3"/>
              </p:custDataLst>
            </p:nvPr>
          </p:nvSpPr>
          <p:spPr bwMode="gray">
            <a:xfrm rot="10800000" flipV="1">
              <a:off x="6988534" y="6392283"/>
              <a:ext cx="288000" cy="1920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9050">
              <a:solidFill>
                <a:schemeClr val="bg1">
                  <a:lumMod val="75000"/>
                </a:schemeClr>
              </a:solidFill>
              <a:miter lim="800000"/>
              <a:headEnd/>
              <a:tailEnd/>
            </a:ln>
          </p:spPr>
          <p:txBody>
            <a:bodyPr lIns="144000" tIns="36004" rIns="0" bIns="0" anchor="ctr"/>
            <a:lstStyle>
              <a:defPPr>
                <a:defRPr lang="de-DE"/>
              </a:defPPr>
              <a:lvl1pPr defTabSz="1219170" fontAlgn="base">
                <a:spcBef>
                  <a:spcPct val="0"/>
                </a:spcBef>
                <a:spcAft>
                  <a:spcPct val="0"/>
                </a:spcAft>
                <a:buSzPct val="140000"/>
                <a:defRPr sz="1600" b="1">
                  <a:latin typeface="Arial" charset="0"/>
                </a:defRPr>
              </a:lvl1pPr>
            </a:lstStyle>
            <a:p>
              <a:endParaRPr lang="en-US" sz="1400" b="0">
                <a:latin typeface="+mn-lt"/>
              </a:endParaRPr>
            </a:p>
          </p:txBody>
        </p:sp>
        <p:sp>
          <p:nvSpPr>
            <p:cNvPr id="31" name="Textfeld 30">
              <a:extLst>
                <a:ext uri="{FF2B5EF4-FFF2-40B4-BE49-F238E27FC236}">
                  <a16:creationId xmlns:a16="http://schemas.microsoft.com/office/drawing/2014/main" id="{423AE7AE-6F50-4D3C-9C88-5202198E6051}"/>
                </a:ext>
              </a:extLst>
            </p:cNvPr>
            <p:cNvSpPr txBox="1"/>
            <p:nvPr userDrawn="1"/>
          </p:nvSpPr>
          <p:spPr>
            <a:xfrm>
              <a:off x="7365871" y="6380561"/>
              <a:ext cx="1062791" cy="215444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l"/>
              <a:r>
                <a:rPr lang="en-US" sz="1400"/>
                <a:t>Development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DC0E0BC7-AB12-F51F-7006-58700E4838AC}"/>
              </a:ext>
            </a:extLst>
          </p:cNvPr>
          <p:cNvGrpSpPr/>
          <p:nvPr userDrawn="1"/>
        </p:nvGrpSpPr>
        <p:grpSpPr>
          <a:xfrm>
            <a:off x="8616280" y="6192029"/>
            <a:ext cx="2624849" cy="215444"/>
            <a:chOff x="5270179" y="6380561"/>
            <a:chExt cx="2624849" cy="215444"/>
          </a:xfrm>
        </p:grpSpPr>
        <p:sp>
          <p:nvSpPr>
            <p:cNvPr id="29" name="Text Box 53">
              <a:extLst>
                <a:ext uri="{FF2B5EF4-FFF2-40B4-BE49-F238E27FC236}">
                  <a16:creationId xmlns:a16="http://schemas.microsoft.com/office/drawing/2014/main" id="{30D0DBB7-76A3-411F-94EE-E0D3A9F15E11}"/>
                </a:ext>
              </a:extLst>
            </p:cNvPr>
            <p:cNvSpPr txBox="1">
              <a:spLocks noChangeArrowheads="1"/>
            </p:cNvSpPr>
            <p:nvPr userDrawn="1">
              <p:custDataLst>
                <p:tags r:id="rId2"/>
              </p:custDataLst>
            </p:nvPr>
          </p:nvSpPr>
          <p:spPr bwMode="gray">
            <a:xfrm rot="10800000" flipV="1">
              <a:off x="5270179" y="6392283"/>
              <a:ext cx="286333" cy="192000"/>
            </a:xfrm>
            <a:prstGeom prst="rect">
              <a:avLst/>
            </a:prstGeom>
            <a:solidFill>
              <a:schemeClr val="accent4"/>
            </a:solidFill>
            <a:ln w="9525">
              <a:solidFill>
                <a:schemeClr val="accent4"/>
              </a:solidFill>
              <a:miter lim="800000"/>
              <a:headEnd/>
              <a:tailEnd/>
            </a:ln>
            <a:effectLst/>
          </p:spPr>
          <p:txBody>
            <a:bodyPr lIns="108000" tIns="35999" rIns="0" bIns="0" anchor="ctr"/>
            <a:lstStyle>
              <a:defPPr>
                <a:defRPr lang="de-DE"/>
              </a:defPPr>
              <a:lvl1pPr defTabSz="873827" fontAlgn="base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accent1"/>
                  </a:solidFill>
                </a:defRPr>
              </a:lvl1pPr>
            </a:lstStyle>
            <a:p>
              <a:endParaRPr lang="en-US" sz="1400" b="0"/>
            </a:p>
          </p:txBody>
        </p:sp>
        <p:sp>
          <p:nvSpPr>
            <p:cNvPr id="32" name="Textfeld 31">
              <a:extLst>
                <a:ext uri="{FF2B5EF4-FFF2-40B4-BE49-F238E27FC236}">
                  <a16:creationId xmlns:a16="http://schemas.microsoft.com/office/drawing/2014/main" id="{77AE2EA0-7B82-4149-B639-993FCBC3DDD8}"/>
                </a:ext>
              </a:extLst>
            </p:cNvPr>
            <p:cNvSpPr txBox="1"/>
            <p:nvPr userDrawn="1"/>
          </p:nvSpPr>
          <p:spPr>
            <a:xfrm>
              <a:off x="5620366" y="6380561"/>
              <a:ext cx="2274662" cy="215444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de-DE"/>
              </a:defPPr>
              <a:lvl1pPr>
                <a:defRPr sz="1050"/>
              </a:lvl1pPr>
            </a:lstStyle>
            <a:p>
              <a:r>
                <a:rPr lang="en-US" sz="1400"/>
                <a:t>Ready for mass production</a:t>
              </a: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7612B660-73AD-6445-CDAB-F438B8270181}"/>
              </a:ext>
            </a:extLst>
          </p:cNvPr>
          <p:cNvGrpSpPr/>
          <p:nvPr userDrawn="1"/>
        </p:nvGrpSpPr>
        <p:grpSpPr>
          <a:xfrm>
            <a:off x="5663952" y="6192029"/>
            <a:ext cx="1080088" cy="215444"/>
            <a:chOff x="8717204" y="6380561"/>
            <a:chExt cx="1080088" cy="215444"/>
          </a:xfrm>
        </p:grpSpPr>
        <p:sp>
          <p:nvSpPr>
            <p:cNvPr id="33" name="Text Box 53">
              <a:extLst>
                <a:ext uri="{FF2B5EF4-FFF2-40B4-BE49-F238E27FC236}">
                  <a16:creationId xmlns:a16="http://schemas.microsoft.com/office/drawing/2014/main" id="{A90098C4-2FA7-4977-B7E0-0965AF6063FF}"/>
                </a:ext>
              </a:extLst>
            </p:cNvPr>
            <p:cNvSpPr txBox="1">
              <a:spLocks noChangeArrowheads="1"/>
            </p:cNvSpPr>
            <p:nvPr userDrawn="1">
              <p:custDataLst>
                <p:tags r:id="rId1"/>
              </p:custDataLst>
            </p:nvPr>
          </p:nvSpPr>
          <p:spPr bwMode="gray">
            <a:xfrm rot="10800000" flipV="1">
              <a:off x="8717204" y="6392283"/>
              <a:ext cx="288000" cy="19200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bg1">
                  <a:lumMod val="75000"/>
                </a:schemeClr>
              </a:solidFill>
              <a:miter lim="800000"/>
              <a:headEnd/>
              <a:tailEnd/>
            </a:ln>
          </p:spPr>
          <p:txBody>
            <a:bodyPr lIns="144000" tIns="36004" rIns="0" bIns="0" anchor="ctr"/>
            <a:lstStyle>
              <a:defPPr>
                <a:defRPr lang="de-DE"/>
              </a:defPPr>
              <a:lvl1pPr defTabSz="1219170" fontAlgn="base">
                <a:spcBef>
                  <a:spcPct val="0"/>
                </a:spcBef>
                <a:spcAft>
                  <a:spcPct val="0"/>
                </a:spcAft>
                <a:buSzPct val="140000"/>
                <a:defRPr sz="1600" b="1">
                  <a:latin typeface="Arial" charset="0"/>
                </a:defRPr>
              </a:lvl1pPr>
            </a:lstStyle>
            <a:p>
              <a:endParaRPr lang="en-US" sz="1400" b="0">
                <a:latin typeface="+mn-lt"/>
              </a:endParaRPr>
            </a:p>
          </p:txBody>
        </p:sp>
        <p:sp>
          <p:nvSpPr>
            <p:cNvPr id="34" name="Textfeld 33">
              <a:extLst>
                <a:ext uri="{FF2B5EF4-FFF2-40B4-BE49-F238E27FC236}">
                  <a16:creationId xmlns:a16="http://schemas.microsoft.com/office/drawing/2014/main" id="{6D473F72-6259-40FF-8813-0E309127F937}"/>
                </a:ext>
              </a:extLst>
            </p:cNvPr>
            <p:cNvSpPr txBox="1"/>
            <p:nvPr userDrawn="1"/>
          </p:nvSpPr>
          <p:spPr>
            <a:xfrm>
              <a:off x="9111207" y="6380561"/>
              <a:ext cx="686085" cy="215444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l"/>
              <a:r>
                <a:rPr lang="en-US" sz="1400"/>
                <a:t>Concept</a:t>
              </a:r>
            </a:p>
          </p:txBody>
        </p:sp>
      </p:grpSp>
      <p:sp>
        <p:nvSpPr>
          <p:cNvPr id="3" name="Raute 26">
            <a:extLst>
              <a:ext uri="{FF2B5EF4-FFF2-40B4-BE49-F238E27FC236}">
                <a16:creationId xmlns:a16="http://schemas.microsoft.com/office/drawing/2014/main" id="{7811C07E-CB77-1EAA-40E5-AC4EBD0548B3}"/>
              </a:ext>
            </a:extLst>
          </p:cNvPr>
          <p:cNvSpPr>
            <a:spLocks noChangeAspect="1"/>
          </p:cNvSpPr>
          <p:nvPr userDrawn="1"/>
        </p:nvSpPr>
        <p:spPr>
          <a:xfrm>
            <a:off x="3334951" y="6111182"/>
            <a:ext cx="331894" cy="342363"/>
          </a:xfrm>
          <a:prstGeom prst="diamond">
            <a:avLst/>
          </a:prstGeom>
          <a:solidFill>
            <a:schemeClr val="accent3"/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rmAutofit/>
          </a:bodyPr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itesco"/>
                <a:ea typeface="+mn-ea"/>
                <a:cs typeface="+mn-cs"/>
              </a:rPr>
              <a:t>SOP</a:t>
            </a:r>
          </a:p>
        </p:txBody>
      </p:sp>
      <p:sp>
        <p:nvSpPr>
          <p:cNvPr id="8" name="Datumsplatzhalter 2">
            <a:extLst>
              <a:ext uri="{FF2B5EF4-FFF2-40B4-BE49-F238E27FC236}">
                <a16:creationId xmlns:a16="http://schemas.microsoft.com/office/drawing/2014/main" id="{2802C2BE-94BC-5099-C92C-18E94559762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9424" y="6525345"/>
            <a:ext cx="869982" cy="123111"/>
          </a:xfrm>
          <a:prstGeom prst="rect">
            <a:avLst/>
          </a:prstGeom>
        </p:spPr>
        <p:txBody>
          <a:bodyPr/>
          <a:lstStyle/>
          <a:p>
            <a:r>
              <a:rPr lang="en-US"/>
              <a:t>Mars 2026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85882894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Product Roadma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65483044-202F-42BE-B623-A05A7143C4E5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 bwMode="gray"/>
        <p:txBody>
          <a:bodyPr/>
          <a:lstStyle/>
          <a:p>
            <a:fld id="{4996FA93-2C04-4230-B649-753F9826C7BB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949D1E11-1F27-43E9-A619-3800CF71FD1A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algn="l"/>
            <a:r>
              <a:rPr lang="de-DE"/>
              <a:t>CONFIDENTIAL</a:t>
            </a:r>
          </a:p>
        </p:txBody>
      </p:sp>
      <p:graphicFrame>
        <p:nvGraphicFramePr>
          <p:cNvPr id="7" name="Tabelle 6">
            <a:extLst>
              <a:ext uri="{FF2B5EF4-FFF2-40B4-BE49-F238E27FC236}">
                <a16:creationId xmlns:a16="http://schemas.microsoft.com/office/drawing/2014/main" id="{ADE8AC92-E006-41BC-B410-37E2323BB647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288719289"/>
              </p:ext>
            </p:extLst>
          </p:nvPr>
        </p:nvGraphicFramePr>
        <p:xfrm>
          <a:off x="1404939" y="1412776"/>
          <a:ext cx="9805800" cy="4570846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408575">
                  <a:extLst>
                    <a:ext uri="{9D8B030D-6E8A-4147-A177-3AD203B41FA5}">
                      <a16:colId xmlns:a16="http://schemas.microsoft.com/office/drawing/2014/main" val="4210178260"/>
                    </a:ext>
                  </a:extLst>
                </a:gridCol>
                <a:gridCol w="408575">
                  <a:extLst>
                    <a:ext uri="{9D8B030D-6E8A-4147-A177-3AD203B41FA5}">
                      <a16:colId xmlns:a16="http://schemas.microsoft.com/office/drawing/2014/main" val="343657824"/>
                    </a:ext>
                  </a:extLst>
                </a:gridCol>
                <a:gridCol w="408575">
                  <a:extLst>
                    <a:ext uri="{9D8B030D-6E8A-4147-A177-3AD203B41FA5}">
                      <a16:colId xmlns:a16="http://schemas.microsoft.com/office/drawing/2014/main" val="745801435"/>
                    </a:ext>
                  </a:extLst>
                </a:gridCol>
                <a:gridCol w="408575">
                  <a:extLst>
                    <a:ext uri="{9D8B030D-6E8A-4147-A177-3AD203B41FA5}">
                      <a16:colId xmlns:a16="http://schemas.microsoft.com/office/drawing/2014/main" val="1144111574"/>
                    </a:ext>
                  </a:extLst>
                </a:gridCol>
                <a:gridCol w="408575">
                  <a:extLst>
                    <a:ext uri="{9D8B030D-6E8A-4147-A177-3AD203B41FA5}">
                      <a16:colId xmlns:a16="http://schemas.microsoft.com/office/drawing/2014/main" val="1722127774"/>
                    </a:ext>
                  </a:extLst>
                </a:gridCol>
                <a:gridCol w="408575">
                  <a:extLst>
                    <a:ext uri="{9D8B030D-6E8A-4147-A177-3AD203B41FA5}">
                      <a16:colId xmlns:a16="http://schemas.microsoft.com/office/drawing/2014/main" val="2843600711"/>
                    </a:ext>
                  </a:extLst>
                </a:gridCol>
                <a:gridCol w="408575">
                  <a:extLst>
                    <a:ext uri="{9D8B030D-6E8A-4147-A177-3AD203B41FA5}">
                      <a16:colId xmlns:a16="http://schemas.microsoft.com/office/drawing/2014/main" val="3045986360"/>
                    </a:ext>
                  </a:extLst>
                </a:gridCol>
                <a:gridCol w="408575">
                  <a:extLst>
                    <a:ext uri="{9D8B030D-6E8A-4147-A177-3AD203B41FA5}">
                      <a16:colId xmlns:a16="http://schemas.microsoft.com/office/drawing/2014/main" val="3307365276"/>
                    </a:ext>
                  </a:extLst>
                </a:gridCol>
                <a:gridCol w="408575">
                  <a:extLst>
                    <a:ext uri="{9D8B030D-6E8A-4147-A177-3AD203B41FA5}">
                      <a16:colId xmlns:a16="http://schemas.microsoft.com/office/drawing/2014/main" val="3369716429"/>
                    </a:ext>
                  </a:extLst>
                </a:gridCol>
                <a:gridCol w="408575">
                  <a:extLst>
                    <a:ext uri="{9D8B030D-6E8A-4147-A177-3AD203B41FA5}">
                      <a16:colId xmlns:a16="http://schemas.microsoft.com/office/drawing/2014/main" val="718891549"/>
                    </a:ext>
                  </a:extLst>
                </a:gridCol>
                <a:gridCol w="408575">
                  <a:extLst>
                    <a:ext uri="{9D8B030D-6E8A-4147-A177-3AD203B41FA5}">
                      <a16:colId xmlns:a16="http://schemas.microsoft.com/office/drawing/2014/main" val="1111192620"/>
                    </a:ext>
                  </a:extLst>
                </a:gridCol>
                <a:gridCol w="408575">
                  <a:extLst>
                    <a:ext uri="{9D8B030D-6E8A-4147-A177-3AD203B41FA5}">
                      <a16:colId xmlns:a16="http://schemas.microsoft.com/office/drawing/2014/main" val="1741998574"/>
                    </a:ext>
                  </a:extLst>
                </a:gridCol>
                <a:gridCol w="408575">
                  <a:extLst>
                    <a:ext uri="{9D8B030D-6E8A-4147-A177-3AD203B41FA5}">
                      <a16:colId xmlns:a16="http://schemas.microsoft.com/office/drawing/2014/main" val="839006732"/>
                    </a:ext>
                  </a:extLst>
                </a:gridCol>
                <a:gridCol w="408575">
                  <a:extLst>
                    <a:ext uri="{9D8B030D-6E8A-4147-A177-3AD203B41FA5}">
                      <a16:colId xmlns:a16="http://schemas.microsoft.com/office/drawing/2014/main" val="1763854440"/>
                    </a:ext>
                  </a:extLst>
                </a:gridCol>
                <a:gridCol w="408575">
                  <a:extLst>
                    <a:ext uri="{9D8B030D-6E8A-4147-A177-3AD203B41FA5}">
                      <a16:colId xmlns:a16="http://schemas.microsoft.com/office/drawing/2014/main" val="578666691"/>
                    </a:ext>
                  </a:extLst>
                </a:gridCol>
                <a:gridCol w="408575">
                  <a:extLst>
                    <a:ext uri="{9D8B030D-6E8A-4147-A177-3AD203B41FA5}">
                      <a16:colId xmlns:a16="http://schemas.microsoft.com/office/drawing/2014/main" val="678545623"/>
                    </a:ext>
                  </a:extLst>
                </a:gridCol>
                <a:gridCol w="408575">
                  <a:extLst>
                    <a:ext uri="{9D8B030D-6E8A-4147-A177-3AD203B41FA5}">
                      <a16:colId xmlns:a16="http://schemas.microsoft.com/office/drawing/2014/main" val="2769099778"/>
                    </a:ext>
                  </a:extLst>
                </a:gridCol>
                <a:gridCol w="408575">
                  <a:extLst>
                    <a:ext uri="{9D8B030D-6E8A-4147-A177-3AD203B41FA5}">
                      <a16:colId xmlns:a16="http://schemas.microsoft.com/office/drawing/2014/main" val="2494330138"/>
                    </a:ext>
                  </a:extLst>
                </a:gridCol>
                <a:gridCol w="408575">
                  <a:extLst>
                    <a:ext uri="{9D8B030D-6E8A-4147-A177-3AD203B41FA5}">
                      <a16:colId xmlns:a16="http://schemas.microsoft.com/office/drawing/2014/main" val="2693516321"/>
                    </a:ext>
                  </a:extLst>
                </a:gridCol>
                <a:gridCol w="408575">
                  <a:extLst>
                    <a:ext uri="{9D8B030D-6E8A-4147-A177-3AD203B41FA5}">
                      <a16:colId xmlns:a16="http://schemas.microsoft.com/office/drawing/2014/main" val="118774457"/>
                    </a:ext>
                  </a:extLst>
                </a:gridCol>
                <a:gridCol w="408575">
                  <a:extLst>
                    <a:ext uri="{9D8B030D-6E8A-4147-A177-3AD203B41FA5}">
                      <a16:colId xmlns:a16="http://schemas.microsoft.com/office/drawing/2014/main" val="3660005639"/>
                    </a:ext>
                  </a:extLst>
                </a:gridCol>
                <a:gridCol w="408575">
                  <a:extLst>
                    <a:ext uri="{9D8B030D-6E8A-4147-A177-3AD203B41FA5}">
                      <a16:colId xmlns:a16="http://schemas.microsoft.com/office/drawing/2014/main" val="2318106849"/>
                    </a:ext>
                  </a:extLst>
                </a:gridCol>
                <a:gridCol w="408575">
                  <a:extLst>
                    <a:ext uri="{9D8B030D-6E8A-4147-A177-3AD203B41FA5}">
                      <a16:colId xmlns:a16="http://schemas.microsoft.com/office/drawing/2014/main" val="1980575034"/>
                    </a:ext>
                  </a:extLst>
                </a:gridCol>
                <a:gridCol w="408575">
                  <a:extLst>
                    <a:ext uri="{9D8B030D-6E8A-4147-A177-3AD203B41FA5}">
                      <a16:colId xmlns:a16="http://schemas.microsoft.com/office/drawing/2014/main" val="2042195870"/>
                    </a:ext>
                  </a:extLst>
                </a:gridCol>
              </a:tblGrid>
              <a:tr h="320040">
                <a:tc gridSpan="2">
                  <a:txBody>
                    <a:bodyPr/>
                    <a:lstStyle/>
                    <a:p>
                      <a:pPr algn="ctr"/>
                      <a:r>
                        <a:rPr lang="de-DE" sz="1500">
                          <a:solidFill>
                            <a:schemeClr val="tx1"/>
                          </a:solidFill>
                        </a:rPr>
                        <a:t>2019</a:t>
                      </a:r>
                      <a:endParaRPr lang="en-US" sz="15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500">
                          <a:solidFill>
                            <a:schemeClr val="tx1"/>
                          </a:solidFill>
                        </a:rPr>
                        <a:t>2020</a:t>
                      </a:r>
                    </a:p>
                  </a:txBody>
                  <a:tcPr>
                    <a:lnL w="381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500">
                          <a:solidFill>
                            <a:schemeClr val="tx1"/>
                          </a:solidFill>
                        </a:rPr>
                        <a:t>2021</a:t>
                      </a:r>
                    </a:p>
                  </a:txBody>
                  <a:tcPr>
                    <a:lnL w="381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500">
                          <a:solidFill>
                            <a:schemeClr val="tx1"/>
                          </a:solidFill>
                        </a:rPr>
                        <a:t>2022</a:t>
                      </a:r>
                    </a:p>
                  </a:txBody>
                  <a:tcPr>
                    <a:lnL w="381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500">
                          <a:solidFill>
                            <a:schemeClr val="tx1"/>
                          </a:solidFill>
                        </a:rPr>
                        <a:t>2023</a:t>
                      </a:r>
                    </a:p>
                  </a:txBody>
                  <a:tcPr>
                    <a:lnL w="381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500">
                          <a:solidFill>
                            <a:schemeClr val="tx1"/>
                          </a:solidFill>
                        </a:rPr>
                        <a:t>2024</a:t>
                      </a:r>
                    </a:p>
                  </a:txBody>
                  <a:tcPr>
                    <a:lnL w="381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500">
                          <a:solidFill>
                            <a:schemeClr val="tx1"/>
                          </a:solidFill>
                        </a:rPr>
                        <a:t>2025</a:t>
                      </a:r>
                    </a:p>
                  </a:txBody>
                  <a:tcPr>
                    <a:lnL w="381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500">
                          <a:solidFill>
                            <a:schemeClr val="tx1"/>
                          </a:solidFill>
                        </a:rPr>
                        <a:t>2026</a:t>
                      </a:r>
                    </a:p>
                  </a:txBody>
                  <a:tcPr>
                    <a:lnL w="381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500">
                          <a:solidFill>
                            <a:schemeClr val="tx1"/>
                          </a:solidFill>
                        </a:rPr>
                        <a:t>2027</a:t>
                      </a:r>
                    </a:p>
                  </a:txBody>
                  <a:tcPr>
                    <a:lnL w="381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500">
                          <a:solidFill>
                            <a:schemeClr val="tx1"/>
                          </a:solidFill>
                        </a:rPr>
                        <a:t>2028</a:t>
                      </a:r>
                    </a:p>
                  </a:txBody>
                  <a:tcPr>
                    <a:lnL w="381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500">
                          <a:solidFill>
                            <a:schemeClr val="tx1"/>
                          </a:solidFill>
                        </a:rPr>
                        <a:t>2029</a:t>
                      </a:r>
                    </a:p>
                  </a:txBody>
                  <a:tcPr>
                    <a:lnL w="381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500">
                          <a:solidFill>
                            <a:schemeClr val="tx1"/>
                          </a:solidFill>
                        </a:rPr>
                        <a:t>2030</a:t>
                      </a:r>
                    </a:p>
                  </a:txBody>
                  <a:tcPr>
                    <a:lnL w="381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7897007"/>
                  </a:ext>
                </a:extLst>
              </a:tr>
              <a:tr h="125307">
                <a:tc>
                  <a:txBody>
                    <a:bodyPr/>
                    <a:lstStyle/>
                    <a:p>
                      <a:pPr algn="ctr"/>
                      <a:endParaRPr lang="en-US" sz="1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endParaRPr lang="en-US" sz="1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endParaRPr lang="en-US" sz="1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77292005"/>
                  </a:ext>
                </a:extLst>
              </a:tr>
              <a:tr h="125307">
                <a:tc>
                  <a:txBody>
                    <a:bodyPr/>
                    <a:lstStyle/>
                    <a:p>
                      <a:pPr algn="ctr"/>
                      <a:endParaRPr lang="en-US" sz="1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endParaRPr lang="en-US" sz="1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endParaRPr lang="en-US" sz="1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endParaRPr lang="en-US" sz="1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endParaRPr lang="en-US" sz="1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endParaRPr lang="en-US" sz="1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07495005"/>
                  </a:ext>
                </a:extLst>
              </a:tr>
              <a:tr h="3874885">
                <a:tc>
                  <a:txBody>
                    <a:bodyPr/>
                    <a:lstStyle/>
                    <a:p>
                      <a:pPr algn="ctr"/>
                      <a:endParaRPr lang="en-US" sz="1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82512734"/>
                  </a:ext>
                </a:extLst>
              </a:tr>
              <a:tr h="125307">
                <a:tc gridSpan="2">
                  <a:txBody>
                    <a:bodyPr/>
                    <a:lstStyle/>
                    <a:p>
                      <a:pPr algn="ctr"/>
                      <a:endParaRPr lang="en-US" sz="1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endParaRPr lang="en-US" sz="1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endParaRPr lang="en-US" sz="1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endParaRPr lang="en-US" sz="1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endParaRPr lang="en-US" sz="1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endParaRPr lang="en-US" sz="1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endParaRPr lang="en-US" sz="1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endParaRPr lang="en-US" sz="1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1230068"/>
                  </a:ext>
                </a:extLst>
              </a:tr>
            </a:tbl>
          </a:graphicData>
        </a:graphic>
      </p:graphicFrame>
      <p:grpSp>
        <p:nvGrpSpPr>
          <p:cNvPr id="16" name="Gruppieren 15">
            <a:extLst>
              <a:ext uri="{FF2B5EF4-FFF2-40B4-BE49-F238E27FC236}">
                <a16:creationId xmlns:a16="http://schemas.microsoft.com/office/drawing/2014/main" id="{64DC130D-8CAB-472A-A7C7-1B1768147E30}"/>
              </a:ext>
            </a:extLst>
          </p:cNvPr>
          <p:cNvGrpSpPr/>
          <p:nvPr userDrawn="1"/>
        </p:nvGrpSpPr>
        <p:grpSpPr>
          <a:xfrm>
            <a:off x="1487488" y="6132656"/>
            <a:ext cx="324000" cy="334189"/>
            <a:chOff x="8472264" y="1988841"/>
            <a:chExt cx="324000" cy="334189"/>
          </a:xfrm>
        </p:grpSpPr>
        <p:sp>
          <p:nvSpPr>
            <p:cNvPr id="17" name="Raute 16">
              <a:extLst>
                <a:ext uri="{FF2B5EF4-FFF2-40B4-BE49-F238E27FC236}">
                  <a16:creationId xmlns:a16="http://schemas.microsoft.com/office/drawing/2014/main" id="{CDB2C667-9A82-433F-B060-356615B014EF}"/>
                </a:ext>
              </a:extLst>
            </p:cNvPr>
            <p:cNvSpPr/>
            <p:nvPr/>
          </p:nvSpPr>
          <p:spPr>
            <a:xfrm>
              <a:off x="8472264" y="1988841"/>
              <a:ext cx="324000" cy="334189"/>
            </a:xfrm>
            <a:prstGeom prst="diamond">
              <a:avLst/>
            </a:prstGeom>
            <a:solidFill>
              <a:schemeClr val="bg1"/>
            </a:solidFill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de-DE" sz="531">
                <a:solidFill>
                  <a:schemeClr val="bg1"/>
                </a:solidFill>
              </a:endParaRPr>
            </a:p>
          </p:txBody>
        </p:sp>
        <p:sp>
          <p:nvSpPr>
            <p:cNvPr id="18" name="Textfeld 17">
              <a:extLst>
                <a:ext uri="{FF2B5EF4-FFF2-40B4-BE49-F238E27FC236}">
                  <a16:creationId xmlns:a16="http://schemas.microsoft.com/office/drawing/2014/main" id="{3768CB19-A9F5-4580-B801-6C30FD4F7020}"/>
                </a:ext>
              </a:extLst>
            </p:cNvPr>
            <p:cNvSpPr txBox="1"/>
            <p:nvPr/>
          </p:nvSpPr>
          <p:spPr>
            <a:xfrm>
              <a:off x="8515828" y="2083114"/>
              <a:ext cx="242054" cy="138499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lIns="0" tIns="0" rIns="0" bIns="0" rtlCol="0">
              <a:spAutoFit/>
            </a:bodyPr>
            <a:lstStyle/>
            <a:p>
              <a:pPr algn="l"/>
              <a:r>
                <a:rPr lang="de-DE" sz="900" b="1"/>
                <a:t>SOP</a:t>
              </a:r>
            </a:p>
          </p:txBody>
        </p:sp>
      </p:grpSp>
      <p:sp>
        <p:nvSpPr>
          <p:cNvPr id="19" name="Textfeld 18">
            <a:extLst>
              <a:ext uri="{FF2B5EF4-FFF2-40B4-BE49-F238E27FC236}">
                <a16:creationId xmlns:a16="http://schemas.microsoft.com/office/drawing/2014/main" id="{8643FAE7-8E75-4965-9B31-C0F135CD5115}"/>
              </a:ext>
            </a:extLst>
          </p:cNvPr>
          <p:cNvSpPr txBox="1"/>
          <p:nvPr userDrawn="1"/>
        </p:nvSpPr>
        <p:spPr>
          <a:xfrm>
            <a:off x="3626977" y="6130474"/>
            <a:ext cx="160492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400"/>
              <a:t>1</a:t>
            </a:r>
            <a:r>
              <a:rPr lang="en-US" sz="1400" baseline="30000"/>
              <a:t>st</a:t>
            </a:r>
            <a:r>
              <a:rPr lang="en-US" sz="1400"/>
              <a:t> customer SOP</a:t>
            </a:r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C8B7245B-005F-47DE-BB04-9A1A9F9A3EAC}"/>
              </a:ext>
            </a:extLst>
          </p:cNvPr>
          <p:cNvSpPr txBox="1"/>
          <p:nvPr userDrawn="1"/>
        </p:nvSpPr>
        <p:spPr>
          <a:xfrm>
            <a:off x="1766118" y="6130474"/>
            <a:ext cx="152157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400"/>
              <a:t>1</a:t>
            </a:r>
            <a:r>
              <a:rPr lang="en-US" sz="1400" baseline="30000"/>
              <a:t>st</a:t>
            </a:r>
            <a:r>
              <a:rPr lang="en-US" sz="1400"/>
              <a:t> possible SOP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95DA90B6-B847-B3D3-0C4C-702A00159AA0}"/>
              </a:ext>
            </a:extLst>
          </p:cNvPr>
          <p:cNvGrpSpPr/>
          <p:nvPr userDrawn="1"/>
        </p:nvGrpSpPr>
        <p:grpSpPr>
          <a:xfrm>
            <a:off x="6988534" y="6192029"/>
            <a:ext cx="1440128" cy="215444"/>
            <a:chOff x="6988534" y="6380561"/>
            <a:chExt cx="1440128" cy="215444"/>
          </a:xfrm>
        </p:grpSpPr>
        <p:sp>
          <p:nvSpPr>
            <p:cNvPr id="30" name="Text Box 53">
              <a:extLst>
                <a:ext uri="{FF2B5EF4-FFF2-40B4-BE49-F238E27FC236}">
                  <a16:creationId xmlns:a16="http://schemas.microsoft.com/office/drawing/2014/main" id="{CF626A78-24C4-4CC5-8950-2B7F0E35FF68}"/>
                </a:ext>
              </a:extLst>
            </p:cNvPr>
            <p:cNvSpPr txBox="1">
              <a:spLocks noChangeArrowheads="1"/>
            </p:cNvSpPr>
            <p:nvPr userDrawn="1">
              <p:custDataLst>
                <p:tags r:id="rId3"/>
              </p:custDataLst>
            </p:nvPr>
          </p:nvSpPr>
          <p:spPr bwMode="gray">
            <a:xfrm rot="10800000" flipV="1">
              <a:off x="6988534" y="6392283"/>
              <a:ext cx="288000" cy="1920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9050">
              <a:solidFill>
                <a:schemeClr val="bg1">
                  <a:lumMod val="75000"/>
                </a:schemeClr>
              </a:solidFill>
              <a:miter lim="800000"/>
              <a:headEnd/>
              <a:tailEnd/>
            </a:ln>
          </p:spPr>
          <p:txBody>
            <a:bodyPr lIns="144000" tIns="36004" rIns="0" bIns="0" anchor="ctr"/>
            <a:lstStyle>
              <a:defPPr>
                <a:defRPr lang="de-DE"/>
              </a:defPPr>
              <a:lvl1pPr defTabSz="1219170" fontAlgn="base">
                <a:spcBef>
                  <a:spcPct val="0"/>
                </a:spcBef>
                <a:spcAft>
                  <a:spcPct val="0"/>
                </a:spcAft>
                <a:buSzPct val="140000"/>
                <a:defRPr sz="1600" b="1">
                  <a:latin typeface="Arial" charset="0"/>
                </a:defRPr>
              </a:lvl1pPr>
            </a:lstStyle>
            <a:p>
              <a:endParaRPr lang="en-US" sz="1400" b="0">
                <a:latin typeface="+mn-lt"/>
              </a:endParaRPr>
            </a:p>
          </p:txBody>
        </p:sp>
        <p:sp>
          <p:nvSpPr>
            <p:cNvPr id="31" name="Textfeld 30">
              <a:extLst>
                <a:ext uri="{FF2B5EF4-FFF2-40B4-BE49-F238E27FC236}">
                  <a16:creationId xmlns:a16="http://schemas.microsoft.com/office/drawing/2014/main" id="{423AE7AE-6F50-4D3C-9C88-5202198E6051}"/>
                </a:ext>
              </a:extLst>
            </p:cNvPr>
            <p:cNvSpPr txBox="1"/>
            <p:nvPr userDrawn="1"/>
          </p:nvSpPr>
          <p:spPr>
            <a:xfrm>
              <a:off x="7365871" y="6380561"/>
              <a:ext cx="1062791" cy="215444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l"/>
              <a:r>
                <a:rPr lang="en-US" sz="1400"/>
                <a:t>Development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DC0E0BC7-AB12-F51F-7006-58700E4838AC}"/>
              </a:ext>
            </a:extLst>
          </p:cNvPr>
          <p:cNvGrpSpPr/>
          <p:nvPr userDrawn="1"/>
        </p:nvGrpSpPr>
        <p:grpSpPr>
          <a:xfrm>
            <a:off x="8616280" y="6192029"/>
            <a:ext cx="1473893" cy="215444"/>
            <a:chOff x="5270179" y="6380561"/>
            <a:chExt cx="1473893" cy="215444"/>
          </a:xfrm>
        </p:grpSpPr>
        <p:sp>
          <p:nvSpPr>
            <p:cNvPr id="29" name="Text Box 53">
              <a:extLst>
                <a:ext uri="{FF2B5EF4-FFF2-40B4-BE49-F238E27FC236}">
                  <a16:creationId xmlns:a16="http://schemas.microsoft.com/office/drawing/2014/main" id="{30D0DBB7-76A3-411F-94EE-E0D3A9F15E11}"/>
                </a:ext>
              </a:extLst>
            </p:cNvPr>
            <p:cNvSpPr txBox="1">
              <a:spLocks noChangeArrowheads="1"/>
            </p:cNvSpPr>
            <p:nvPr userDrawn="1">
              <p:custDataLst>
                <p:tags r:id="rId2"/>
              </p:custDataLst>
            </p:nvPr>
          </p:nvSpPr>
          <p:spPr bwMode="gray">
            <a:xfrm rot="10800000" flipV="1">
              <a:off x="5270179" y="6392283"/>
              <a:ext cx="286333" cy="192000"/>
            </a:xfrm>
            <a:prstGeom prst="rect">
              <a:avLst/>
            </a:prstGeom>
            <a:solidFill>
              <a:schemeClr val="accent4"/>
            </a:solidFill>
            <a:ln w="9525">
              <a:solidFill>
                <a:schemeClr val="accent4"/>
              </a:solidFill>
              <a:miter lim="800000"/>
              <a:headEnd/>
              <a:tailEnd/>
            </a:ln>
            <a:effectLst/>
          </p:spPr>
          <p:txBody>
            <a:bodyPr lIns="108000" tIns="35999" rIns="0" bIns="0" anchor="ctr"/>
            <a:lstStyle>
              <a:defPPr>
                <a:defRPr lang="de-DE"/>
              </a:defPPr>
              <a:lvl1pPr defTabSz="873827" fontAlgn="base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accent1"/>
                  </a:solidFill>
                </a:defRPr>
              </a:lvl1pPr>
            </a:lstStyle>
            <a:p>
              <a:endParaRPr lang="en-US" sz="1400" b="0"/>
            </a:p>
          </p:txBody>
        </p:sp>
        <p:sp>
          <p:nvSpPr>
            <p:cNvPr id="32" name="Textfeld 31">
              <a:extLst>
                <a:ext uri="{FF2B5EF4-FFF2-40B4-BE49-F238E27FC236}">
                  <a16:creationId xmlns:a16="http://schemas.microsoft.com/office/drawing/2014/main" id="{77AE2EA0-7B82-4149-B639-993FCBC3DDD8}"/>
                </a:ext>
              </a:extLst>
            </p:cNvPr>
            <p:cNvSpPr txBox="1"/>
            <p:nvPr userDrawn="1"/>
          </p:nvSpPr>
          <p:spPr>
            <a:xfrm>
              <a:off x="5620366" y="6380561"/>
              <a:ext cx="1123706" cy="215444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de-DE"/>
              </a:defPPr>
              <a:lvl1pPr>
                <a:defRPr sz="1050"/>
              </a:lvl1pPr>
            </a:lstStyle>
            <a:p>
              <a:r>
                <a:rPr lang="en-US" sz="1400"/>
                <a:t>Serial product</a:t>
              </a: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7612B660-73AD-6445-CDAB-F438B8270181}"/>
              </a:ext>
            </a:extLst>
          </p:cNvPr>
          <p:cNvGrpSpPr/>
          <p:nvPr userDrawn="1"/>
        </p:nvGrpSpPr>
        <p:grpSpPr>
          <a:xfrm>
            <a:off x="5663952" y="6192029"/>
            <a:ext cx="1080088" cy="215444"/>
            <a:chOff x="8717204" y="6380561"/>
            <a:chExt cx="1080088" cy="215444"/>
          </a:xfrm>
        </p:grpSpPr>
        <p:sp>
          <p:nvSpPr>
            <p:cNvPr id="33" name="Text Box 53">
              <a:extLst>
                <a:ext uri="{FF2B5EF4-FFF2-40B4-BE49-F238E27FC236}">
                  <a16:creationId xmlns:a16="http://schemas.microsoft.com/office/drawing/2014/main" id="{A90098C4-2FA7-4977-B7E0-0965AF6063FF}"/>
                </a:ext>
              </a:extLst>
            </p:cNvPr>
            <p:cNvSpPr txBox="1">
              <a:spLocks noChangeArrowheads="1"/>
            </p:cNvSpPr>
            <p:nvPr userDrawn="1">
              <p:custDataLst>
                <p:tags r:id="rId1"/>
              </p:custDataLst>
            </p:nvPr>
          </p:nvSpPr>
          <p:spPr bwMode="gray">
            <a:xfrm rot="10800000" flipV="1">
              <a:off x="8717204" y="6392283"/>
              <a:ext cx="288000" cy="19200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bg1">
                  <a:lumMod val="75000"/>
                </a:schemeClr>
              </a:solidFill>
              <a:miter lim="800000"/>
              <a:headEnd/>
              <a:tailEnd/>
            </a:ln>
          </p:spPr>
          <p:txBody>
            <a:bodyPr lIns="144000" tIns="36004" rIns="0" bIns="0" anchor="ctr"/>
            <a:lstStyle>
              <a:defPPr>
                <a:defRPr lang="de-DE"/>
              </a:defPPr>
              <a:lvl1pPr defTabSz="1219170" fontAlgn="base">
                <a:spcBef>
                  <a:spcPct val="0"/>
                </a:spcBef>
                <a:spcAft>
                  <a:spcPct val="0"/>
                </a:spcAft>
                <a:buSzPct val="140000"/>
                <a:defRPr sz="1600" b="1">
                  <a:latin typeface="Arial" charset="0"/>
                </a:defRPr>
              </a:lvl1pPr>
            </a:lstStyle>
            <a:p>
              <a:endParaRPr lang="en-US" sz="1400" b="0">
                <a:latin typeface="+mn-lt"/>
              </a:endParaRPr>
            </a:p>
          </p:txBody>
        </p:sp>
        <p:sp>
          <p:nvSpPr>
            <p:cNvPr id="34" name="Textfeld 33">
              <a:extLst>
                <a:ext uri="{FF2B5EF4-FFF2-40B4-BE49-F238E27FC236}">
                  <a16:creationId xmlns:a16="http://schemas.microsoft.com/office/drawing/2014/main" id="{6D473F72-6259-40FF-8813-0E309127F937}"/>
                </a:ext>
              </a:extLst>
            </p:cNvPr>
            <p:cNvSpPr txBox="1"/>
            <p:nvPr userDrawn="1"/>
          </p:nvSpPr>
          <p:spPr>
            <a:xfrm>
              <a:off x="9111207" y="6380561"/>
              <a:ext cx="686085" cy="215444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l"/>
              <a:r>
                <a:rPr lang="en-US" sz="1400"/>
                <a:t>Concept</a:t>
              </a:r>
            </a:p>
          </p:txBody>
        </p:sp>
      </p:grpSp>
      <p:sp>
        <p:nvSpPr>
          <p:cNvPr id="3" name="Raute 26">
            <a:extLst>
              <a:ext uri="{FF2B5EF4-FFF2-40B4-BE49-F238E27FC236}">
                <a16:creationId xmlns:a16="http://schemas.microsoft.com/office/drawing/2014/main" id="{7811C07E-CB77-1EAA-40E5-AC4EBD0548B3}"/>
              </a:ext>
            </a:extLst>
          </p:cNvPr>
          <p:cNvSpPr>
            <a:spLocks noChangeAspect="1"/>
          </p:cNvSpPr>
          <p:nvPr userDrawn="1"/>
        </p:nvSpPr>
        <p:spPr>
          <a:xfrm>
            <a:off x="3334951" y="6111182"/>
            <a:ext cx="331894" cy="342363"/>
          </a:xfrm>
          <a:prstGeom prst="diamond">
            <a:avLst/>
          </a:prstGeom>
          <a:solidFill>
            <a:schemeClr val="accent1"/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rmAutofit/>
          </a:bodyPr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itesco"/>
                <a:ea typeface="+mn-ea"/>
                <a:cs typeface="+mn-cs"/>
              </a:rPr>
              <a:t>SOP</a:t>
            </a:r>
          </a:p>
        </p:txBody>
      </p:sp>
      <p:sp>
        <p:nvSpPr>
          <p:cNvPr id="13" name="MIO_CONVERT_SLIDES_SUBTITLE">
            <a:extLst>
              <a:ext uri="{FF2B5EF4-FFF2-40B4-BE49-F238E27FC236}">
                <a16:creationId xmlns:a16="http://schemas.microsoft.com/office/drawing/2014/main" id="{9C2C17EB-825E-0FA7-10D4-0DDC1FF9C67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79375" y="476024"/>
            <a:ext cx="8928625" cy="115416"/>
          </a:xfrm>
        </p:spPr>
        <p:txBody>
          <a:bodyPr/>
          <a:lstStyle>
            <a:lvl1pPr>
              <a:defRPr sz="800" cap="all" spc="300" baseline="0">
                <a:solidFill>
                  <a:srgbClr val="878787"/>
                </a:solidFill>
              </a:defRPr>
            </a:lvl1pPr>
          </a:lstStyle>
          <a:p>
            <a:r>
              <a:rPr lang="en-US" altLang="ko-KR"/>
              <a:t>Product Roadmap 2030 </a:t>
            </a:r>
            <a:endParaRPr lang="de-DE"/>
          </a:p>
        </p:txBody>
      </p:sp>
      <p:sp>
        <p:nvSpPr>
          <p:cNvPr id="21" name="Titel 20">
            <a:extLst>
              <a:ext uri="{FF2B5EF4-FFF2-40B4-BE49-F238E27FC236}">
                <a16:creationId xmlns:a16="http://schemas.microsoft.com/office/drawing/2014/main" id="{112F6A64-ABDF-1717-B418-F5AFFD59A1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598154614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HL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CC325EB-BE14-422D-A6DB-EC36DD50623F}"/>
              </a:ext>
            </a:extLst>
          </p:cNvPr>
          <p:cNvSpPr>
            <a:spLocks noGrp="1"/>
          </p:cNvSpPr>
          <p:nvPr>
            <p:ph idx="1"/>
          </p:nvPr>
        </p:nvSpPr>
        <p:spPr bwMode="gray"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AF3B27D5-EA0E-4516-B95F-89731B3E782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371365" y="772324"/>
            <a:ext cx="11449160" cy="280412"/>
          </a:xfrm>
        </p:spPr>
        <p:txBody>
          <a:bodyPr/>
          <a:lstStyle>
            <a:lvl1pPr marL="0" indent="0">
              <a:buNone/>
              <a:defRPr sz="1600" cap="all" spc="80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 err="1"/>
              <a:t>Subline</a:t>
            </a:r>
            <a:endParaRPr lang="de-DE"/>
          </a:p>
        </p:txBody>
      </p:sp>
      <p:sp>
        <p:nvSpPr>
          <p:cNvPr id="9" name="Titel 8">
            <a:extLst>
              <a:ext uri="{FF2B5EF4-FFF2-40B4-BE49-F238E27FC236}">
                <a16:creationId xmlns:a16="http://schemas.microsoft.com/office/drawing/2014/main" id="{A17F5985-A924-467A-A0A4-F51B07D2BD94}"/>
              </a:ext>
            </a:extLst>
          </p:cNvPr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317AF036-266E-40BE-B0E0-C9289E59DA36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 bwMode="gray"/>
        <p:txBody>
          <a:bodyPr/>
          <a:lstStyle/>
          <a:p>
            <a:fld id="{4996FA93-2C04-4230-B649-753F9826C7BB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7C1C86E-090F-4145-8295-6AC6218E616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algn="l"/>
            <a:r>
              <a:rPr lang="de-DE"/>
              <a:t>CONFIDENTIAL</a:t>
            </a:r>
          </a:p>
        </p:txBody>
      </p:sp>
    </p:spTree>
    <p:extLst>
      <p:ext uri="{BB962C8B-B14F-4D97-AF65-F5344CB8AC3E}">
        <p14:creationId xmlns:p14="http://schemas.microsoft.com/office/powerpoint/2010/main" val="2259709832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CONFIDENTIAL</a:t>
            </a:r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Mars 2026</a:t>
            </a: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09835637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10096906" y="480173"/>
            <a:ext cx="309245" cy="176530"/>
          </a:xfrm>
          <a:custGeom>
            <a:avLst/>
            <a:gdLst/>
            <a:ahLst/>
            <a:cxnLst/>
            <a:rect l="l" t="t" r="r" b="b"/>
            <a:pathLst>
              <a:path w="309245" h="176529">
                <a:moveTo>
                  <a:pt x="125463" y="123151"/>
                </a:moveTo>
                <a:lnTo>
                  <a:pt x="124510" y="111975"/>
                </a:lnTo>
                <a:lnTo>
                  <a:pt x="124409" y="110731"/>
                </a:lnTo>
                <a:lnTo>
                  <a:pt x="121412" y="100457"/>
                </a:lnTo>
                <a:lnTo>
                  <a:pt x="116763" y="92176"/>
                </a:lnTo>
                <a:lnTo>
                  <a:pt x="110655" y="85534"/>
                </a:lnTo>
                <a:lnTo>
                  <a:pt x="110705" y="85305"/>
                </a:lnTo>
                <a:lnTo>
                  <a:pt x="70015" y="68160"/>
                </a:lnTo>
                <a:lnTo>
                  <a:pt x="61722" y="65989"/>
                </a:lnTo>
                <a:lnTo>
                  <a:pt x="54063" y="63817"/>
                </a:lnTo>
                <a:lnTo>
                  <a:pt x="47396" y="61480"/>
                </a:lnTo>
                <a:lnTo>
                  <a:pt x="39306" y="58178"/>
                </a:lnTo>
                <a:lnTo>
                  <a:pt x="34353" y="53975"/>
                </a:lnTo>
                <a:lnTo>
                  <a:pt x="34353" y="47244"/>
                </a:lnTo>
                <a:lnTo>
                  <a:pt x="63804" y="26708"/>
                </a:lnTo>
                <a:lnTo>
                  <a:pt x="71539" y="29603"/>
                </a:lnTo>
                <a:lnTo>
                  <a:pt x="77317" y="34988"/>
                </a:lnTo>
                <a:lnTo>
                  <a:pt x="82956" y="40589"/>
                </a:lnTo>
                <a:lnTo>
                  <a:pt x="86753" y="47688"/>
                </a:lnTo>
                <a:lnTo>
                  <a:pt x="88188" y="55422"/>
                </a:lnTo>
                <a:lnTo>
                  <a:pt x="115608" y="55422"/>
                </a:lnTo>
                <a:lnTo>
                  <a:pt x="115608" y="26708"/>
                </a:lnTo>
                <a:lnTo>
                  <a:pt x="115608" y="12611"/>
                </a:lnTo>
                <a:lnTo>
                  <a:pt x="115608" y="3568"/>
                </a:lnTo>
                <a:lnTo>
                  <a:pt x="86931" y="3568"/>
                </a:lnTo>
                <a:lnTo>
                  <a:pt x="86931" y="12611"/>
                </a:lnTo>
                <a:lnTo>
                  <a:pt x="68516" y="2527"/>
                </a:lnTo>
                <a:lnTo>
                  <a:pt x="48260" y="127"/>
                </a:lnTo>
                <a:lnTo>
                  <a:pt x="11684" y="17716"/>
                </a:lnTo>
                <a:lnTo>
                  <a:pt x="0" y="47244"/>
                </a:lnTo>
                <a:lnTo>
                  <a:pt x="25" y="47688"/>
                </a:lnTo>
                <a:lnTo>
                  <a:pt x="1651" y="61480"/>
                </a:lnTo>
                <a:lnTo>
                  <a:pt x="1727" y="62141"/>
                </a:lnTo>
                <a:lnTo>
                  <a:pt x="27051" y="92176"/>
                </a:lnTo>
                <a:lnTo>
                  <a:pt x="46837" y="98552"/>
                </a:lnTo>
                <a:lnTo>
                  <a:pt x="56794" y="101333"/>
                </a:lnTo>
                <a:lnTo>
                  <a:pt x="91046" y="123151"/>
                </a:lnTo>
                <a:lnTo>
                  <a:pt x="91097" y="127076"/>
                </a:lnTo>
                <a:lnTo>
                  <a:pt x="89103" y="135801"/>
                </a:lnTo>
                <a:lnTo>
                  <a:pt x="84023" y="142862"/>
                </a:lnTo>
                <a:lnTo>
                  <a:pt x="76606" y="147561"/>
                </a:lnTo>
                <a:lnTo>
                  <a:pt x="67602" y="149186"/>
                </a:lnTo>
                <a:lnTo>
                  <a:pt x="52793" y="146621"/>
                </a:lnTo>
                <a:lnTo>
                  <a:pt x="41224" y="139407"/>
                </a:lnTo>
                <a:lnTo>
                  <a:pt x="33210" y="128282"/>
                </a:lnTo>
                <a:lnTo>
                  <a:pt x="29032" y="113969"/>
                </a:lnTo>
                <a:lnTo>
                  <a:pt x="1282" y="113969"/>
                </a:lnTo>
                <a:lnTo>
                  <a:pt x="1282" y="172427"/>
                </a:lnTo>
                <a:lnTo>
                  <a:pt x="29959" y="172427"/>
                </a:lnTo>
                <a:lnTo>
                  <a:pt x="29959" y="162750"/>
                </a:lnTo>
                <a:lnTo>
                  <a:pt x="39027" y="168440"/>
                </a:lnTo>
                <a:lnTo>
                  <a:pt x="48831" y="172631"/>
                </a:lnTo>
                <a:lnTo>
                  <a:pt x="59182" y="175285"/>
                </a:lnTo>
                <a:lnTo>
                  <a:pt x="69913" y="176314"/>
                </a:lnTo>
                <a:lnTo>
                  <a:pt x="80784" y="175564"/>
                </a:lnTo>
                <a:lnTo>
                  <a:pt x="91224" y="172821"/>
                </a:lnTo>
                <a:lnTo>
                  <a:pt x="100926" y="168186"/>
                </a:lnTo>
                <a:lnTo>
                  <a:pt x="108292" y="162750"/>
                </a:lnTo>
                <a:lnTo>
                  <a:pt x="109639" y="161759"/>
                </a:lnTo>
                <a:lnTo>
                  <a:pt x="116598" y="153466"/>
                </a:lnTo>
                <a:lnTo>
                  <a:pt x="118897" y="149186"/>
                </a:lnTo>
                <a:lnTo>
                  <a:pt x="121640" y="144068"/>
                </a:lnTo>
                <a:lnTo>
                  <a:pt x="124637" y="133858"/>
                </a:lnTo>
                <a:lnTo>
                  <a:pt x="125463" y="123151"/>
                </a:lnTo>
                <a:close/>
              </a:path>
              <a:path w="309245" h="176529">
                <a:moveTo>
                  <a:pt x="309118" y="113880"/>
                </a:moveTo>
                <a:lnTo>
                  <a:pt x="277482" y="113880"/>
                </a:lnTo>
                <a:lnTo>
                  <a:pt x="277482" y="113652"/>
                </a:lnTo>
                <a:lnTo>
                  <a:pt x="269265" y="127063"/>
                </a:lnTo>
                <a:lnTo>
                  <a:pt x="259575" y="136461"/>
                </a:lnTo>
                <a:lnTo>
                  <a:pt x="247002" y="142481"/>
                </a:lnTo>
                <a:lnTo>
                  <a:pt x="230670" y="144665"/>
                </a:lnTo>
                <a:lnTo>
                  <a:pt x="207822" y="140144"/>
                </a:lnTo>
                <a:lnTo>
                  <a:pt x="191147" y="127863"/>
                </a:lnTo>
                <a:lnTo>
                  <a:pt x="180936" y="109816"/>
                </a:lnTo>
                <a:lnTo>
                  <a:pt x="177393" y="87972"/>
                </a:lnTo>
                <a:lnTo>
                  <a:pt x="180924" y="66179"/>
                </a:lnTo>
                <a:lnTo>
                  <a:pt x="191350" y="48221"/>
                </a:lnTo>
                <a:lnTo>
                  <a:pt x="208191" y="35979"/>
                </a:lnTo>
                <a:lnTo>
                  <a:pt x="230911" y="31330"/>
                </a:lnTo>
                <a:lnTo>
                  <a:pt x="237832" y="31813"/>
                </a:lnTo>
                <a:lnTo>
                  <a:pt x="270484" y="53314"/>
                </a:lnTo>
                <a:lnTo>
                  <a:pt x="273227" y="61023"/>
                </a:lnTo>
                <a:lnTo>
                  <a:pt x="301434" y="61023"/>
                </a:lnTo>
                <a:lnTo>
                  <a:pt x="301434" y="3568"/>
                </a:lnTo>
                <a:lnTo>
                  <a:pt x="272846" y="3568"/>
                </a:lnTo>
                <a:lnTo>
                  <a:pt x="272846" y="12611"/>
                </a:lnTo>
                <a:lnTo>
                  <a:pt x="260731" y="6210"/>
                </a:lnTo>
                <a:lnTo>
                  <a:pt x="248145" y="2374"/>
                </a:lnTo>
                <a:lnTo>
                  <a:pt x="237363" y="495"/>
                </a:lnTo>
                <a:lnTo>
                  <a:pt x="230670" y="0"/>
                </a:lnTo>
                <a:lnTo>
                  <a:pt x="214566" y="1308"/>
                </a:lnTo>
                <a:lnTo>
                  <a:pt x="171437" y="21247"/>
                </a:lnTo>
                <a:lnTo>
                  <a:pt x="145199" y="66306"/>
                </a:lnTo>
                <a:lnTo>
                  <a:pt x="143129" y="87109"/>
                </a:lnTo>
                <a:lnTo>
                  <a:pt x="144614" y="104521"/>
                </a:lnTo>
                <a:lnTo>
                  <a:pt x="168376" y="150406"/>
                </a:lnTo>
                <a:lnTo>
                  <a:pt x="213487" y="174675"/>
                </a:lnTo>
                <a:lnTo>
                  <a:pt x="231228" y="176314"/>
                </a:lnTo>
                <a:lnTo>
                  <a:pt x="257581" y="172605"/>
                </a:lnTo>
                <a:lnTo>
                  <a:pt x="280212" y="161417"/>
                </a:lnTo>
                <a:lnTo>
                  <a:pt x="297764" y="142684"/>
                </a:lnTo>
                <a:lnTo>
                  <a:pt x="309016" y="115557"/>
                </a:lnTo>
                <a:lnTo>
                  <a:pt x="309118" y="113880"/>
                </a:lnTo>
                <a:close/>
              </a:path>
            </a:pathLst>
          </a:custGeom>
          <a:solidFill>
            <a:srgbClr val="00883C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268191" y="483735"/>
            <a:ext cx="267192" cy="168859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562406" y="483690"/>
            <a:ext cx="146838" cy="168905"/>
          </a:xfrm>
          <a:prstGeom prst="rect">
            <a:avLst/>
          </a:prstGeom>
        </p:spPr>
      </p:pic>
      <p:sp>
        <p:nvSpPr>
          <p:cNvPr id="19" name="bg object 19"/>
          <p:cNvSpPr/>
          <p:nvPr/>
        </p:nvSpPr>
        <p:spPr>
          <a:xfrm>
            <a:off x="10421056" y="483735"/>
            <a:ext cx="161290" cy="168910"/>
          </a:xfrm>
          <a:custGeom>
            <a:avLst/>
            <a:gdLst/>
            <a:ahLst/>
            <a:cxnLst/>
            <a:rect l="l" t="t" r="r" b="b"/>
            <a:pathLst>
              <a:path w="161290" h="168909">
                <a:moveTo>
                  <a:pt x="161093" y="0"/>
                </a:moveTo>
                <a:lnTo>
                  <a:pt x="92667" y="0"/>
                </a:lnTo>
                <a:lnTo>
                  <a:pt x="92667" y="26402"/>
                </a:lnTo>
                <a:lnTo>
                  <a:pt x="108627" y="26402"/>
                </a:lnTo>
                <a:lnTo>
                  <a:pt x="108627" y="65960"/>
                </a:lnTo>
                <a:lnTo>
                  <a:pt x="52494" y="65960"/>
                </a:lnTo>
                <a:lnTo>
                  <a:pt x="52493" y="26402"/>
                </a:lnTo>
                <a:lnTo>
                  <a:pt x="68342" y="26402"/>
                </a:lnTo>
                <a:lnTo>
                  <a:pt x="68341" y="0"/>
                </a:lnTo>
                <a:lnTo>
                  <a:pt x="0" y="0"/>
                </a:lnTo>
                <a:lnTo>
                  <a:pt x="0" y="26402"/>
                </a:lnTo>
                <a:lnTo>
                  <a:pt x="18037" y="26402"/>
                </a:lnTo>
                <a:lnTo>
                  <a:pt x="18038" y="142456"/>
                </a:lnTo>
                <a:lnTo>
                  <a:pt x="0" y="142456"/>
                </a:lnTo>
                <a:lnTo>
                  <a:pt x="0" y="168859"/>
                </a:lnTo>
                <a:lnTo>
                  <a:pt x="68419" y="168859"/>
                </a:lnTo>
                <a:lnTo>
                  <a:pt x="68419" y="142456"/>
                </a:lnTo>
                <a:lnTo>
                  <a:pt x="52494" y="142456"/>
                </a:lnTo>
                <a:lnTo>
                  <a:pt x="52494" y="93990"/>
                </a:lnTo>
                <a:lnTo>
                  <a:pt x="108627" y="93990"/>
                </a:lnTo>
                <a:lnTo>
                  <a:pt x="108627" y="142456"/>
                </a:lnTo>
                <a:lnTo>
                  <a:pt x="92667" y="142456"/>
                </a:lnTo>
                <a:lnTo>
                  <a:pt x="92667" y="168859"/>
                </a:lnTo>
                <a:lnTo>
                  <a:pt x="161094" y="168859"/>
                </a:lnTo>
                <a:lnTo>
                  <a:pt x="161094" y="142456"/>
                </a:lnTo>
                <a:lnTo>
                  <a:pt x="143129" y="142456"/>
                </a:lnTo>
                <a:lnTo>
                  <a:pt x="143129" y="26402"/>
                </a:lnTo>
                <a:lnTo>
                  <a:pt x="161093" y="26402"/>
                </a:lnTo>
                <a:lnTo>
                  <a:pt x="161093" y="0"/>
                </a:lnTo>
                <a:close/>
              </a:path>
            </a:pathLst>
          </a:custGeom>
          <a:solidFill>
            <a:srgbClr val="00883C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0" name="bg object 2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108015" y="483735"/>
            <a:ext cx="133808" cy="168859"/>
          </a:xfrm>
          <a:prstGeom prst="rect">
            <a:avLst/>
          </a:prstGeom>
        </p:spPr>
      </p:pic>
      <p:pic>
        <p:nvPicPr>
          <p:cNvPr id="21" name="bg object 2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605628" y="483735"/>
            <a:ext cx="160369" cy="168859"/>
          </a:xfrm>
          <a:prstGeom prst="rect">
            <a:avLst/>
          </a:prstGeom>
        </p:spPr>
      </p:pic>
      <p:pic>
        <p:nvPicPr>
          <p:cNvPr id="22" name="bg object 22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0790438" y="483735"/>
            <a:ext cx="131958" cy="168859"/>
          </a:xfrm>
          <a:prstGeom prst="rect">
            <a:avLst/>
          </a:prstGeom>
        </p:spPr>
      </p:pic>
      <p:pic>
        <p:nvPicPr>
          <p:cNvPr id="23" name="bg object 23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0953929" y="483735"/>
            <a:ext cx="133769" cy="168859"/>
          </a:xfrm>
          <a:prstGeom prst="rect">
            <a:avLst/>
          </a:prstGeom>
        </p:spPr>
      </p:pic>
      <p:sp>
        <p:nvSpPr>
          <p:cNvPr id="24" name="bg object 24"/>
          <p:cNvSpPr/>
          <p:nvPr/>
        </p:nvSpPr>
        <p:spPr>
          <a:xfrm>
            <a:off x="8637143" y="174625"/>
            <a:ext cx="3289935" cy="681355"/>
          </a:xfrm>
          <a:custGeom>
            <a:avLst/>
            <a:gdLst/>
            <a:ahLst/>
            <a:cxnLst/>
            <a:rect l="l" t="t" r="r" b="b"/>
            <a:pathLst>
              <a:path w="3289934" h="681355">
                <a:moveTo>
                  <a:pt x="3175888" y="0"/>
                </a:moveTo>
                <a:lnTo>
                  <a:pt x="113537" y="0"/>
                </a:lnTo>
                <a:lnTo>
                  <a:pt x="69330" y="8917"/>
                </a:lnTo>
                <a:lnTo>
                  <a:pt x="33242" y="33242"/>
                </a:lnTo>
                <a:lnTo>
                  <a:pt x="8917" y="69330"/>
                </a:lnTo>
                <a:lnTo>
                  <a:pt x="0" y="113538"/>
                </a:lnTo>
                <a:lnTo>
                  <a:pt x="0" y="567563"/>
                </a:lnTo>
                <a:lnTo>
                  <a:pt x="8917" y="611770"/>
                </a:lnTo>
                <a:lnTo>
                  <a:pt x="33242" y="647858"/>
                </a:lnTo>
                <a:lnTo>
                  <a:pt x="69330" y="672183"/>
                </a:lnTo>
                <a:lnTo>
                  <a:pt x="113537" y="681101"/>
                </a:lnTo>
                <a:lnTo>
                  <a:pt x="3175888" y="681101"/>
                </a:lnTo>
                <a:lnTo>
                  <a:pt x="3220096" y="672183"/>
                </a:lnTo>
                <a:lnTo>
                  <a:pt x="3256184" y="647858"/>
                </a:lnTo>
                <a:lnTo>
                  <a:pt x="3280509" y="611770"/>
                </a:lnTo>
                <a:lnTo>
                  <a:pt x="3289427" y="567563"/>
                </a:lnTo>
                <a:lnTo>
                  <a:pt x="3289427" y="113538"/>
                </a:lnTo>
                <a:lnTo>
                  <a:pt x="3280509" y="69330"/>
                </a:lnTo>
                <a:lnTo>
                  <a:pt x="3256184" y="33242"/>
                </a:lnTo>
                <a:lnTo>
                  <a:pt x="3220096" y="8917"/>
                </a:lnTo>
                <a:lnTo>
                  <a:pt x="3175888" y="0"/>
                </a:lnTo>
                <a:close/>
              </a:path>
            </a:pathLst>
          </a:custGeom>
          <a:solidFill>
            <a:srgbClr val="CA0A1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bg object 25"/>
          <p:cNvSpPr/>
          <p:nvPr/>
        </p:nvSpPr>
        <p:spPr>
          <a:xfrm>
            <a:off x="8637143" y="174625"/>
            <a:ext cx="3289935" cy="681355"/>
          </a:xfrm>
          <a:custGeom>
            <a:avLst/>
            <a:gdLst/>
            <a:ahLst/>
            <a:cxnLst/>
            <a:rect l="l" t="t" r="r" b="b"/>
            <a:pathLst>
              <a:path w="3289934" h="681355">
                <a:moveTo>
                  <a:pt x="0" y="113538"/>
                </a:moveTo>
                <a:lnTo>
                  <a:pt x="8917" y="69330"/>
                </a:lnTo>
                <a:lnTo>
                  <a:pt x="33242" y="33242"/>
                </a:lnTo>
                <a:lnTo>
                  <a:pt x="69330" y="8917"/>
                </a:lnTo>
                <a:lnTo>
                  <a:pt x="113537" y="0"/>
                </a:lnTo>
                <a:lnTo>
                  <a:pt x="3175888" y="0"/>
                </a:lnTo>
                <a:lnTo>
                  <a:pt x="3220096" y="8917"/>
                </a:lnTo>
                <a:lnTo>
                  <a:pt x="3256184" y="33242"/>
                </a:lnTo>
                <a:lnTo>
                  <a:pt x="3280509" y="69330"/>
                </a:lnTo>
                <a:lnTo>
                  <a:pt x="3289427" y="113538"/>
                </a:lnTo>
                <a:lnTo>
                  <a:pt x="3289427" y="567563"/>
                </a:lnTo>
                <a:lnTo>
                  <a:pt x="3280509" y="611770"/>
                </a:lnTo>
                <a:lnTo>
                  <a:pt x="3256184" y="647858"/>
                </a:lnTo>
                <a:lnTo>
                  <a:pt x="3220096" y="672183"/>
                </a:lnTo>
                <a:lnTo>
                  <a:pt x="3175888" y="681101"/>
                </a:lnTo>
                <a:lnTo>
                  <a:pt x="113537" y="681101"/>
                </a:lnTo>
                <a:lnTo>
                  <a:pt x="69330" y="672183"/>
                </a:lnTo>
                <a:lnTo>
                  <a:pt x="33242" y="647858"/>
                </a:lnTo>
                <a:lnTo>
                  <a:pt x="8917" y="611770"/>
                </a:lnTo>
                <a:lnTo>
                  <a:pt x="0" y="567563"/>
                </a:lnTo>
                <a:lnTo>
                  <a:pt x="0" y="113538"/>
                </a:lnTo>
                <a:close/>
              </a:path>
            </a:pathLst>
          </a:custGeom>
          <a:ln w="6349">
            <a:solidFill>
              <a:srgbClr val="E2E2E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800" b="0" i="1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CONFIDENTIAL</a:t>
            </a:r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Mars 2026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00595495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One Content |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hapter">
            <a:extLst>
              <a:ext uri="{FF2B5EF4-FFF2-40B4-BE49-F238E27FC236}">
                <a16:creationId xmlns:a16="http://schemas.microsoft.com/office/drawing/2014/main" id="{6D64FFEB-661E-4ABF-80B8-2EBB565E49FE}"/>
              </a:ext>
            </a:extLst>
          </p:cNvPr>
          <p:cNvSpPr>
            <a:spLocks noGrp="1"/>
          </p:cNvSpPr>
          <p:nvPr>
            <p:ph type="body" sz="quarter" idx="13" hasCustomPrompt="1"/>
            <p:custDataLst>
              <p:tags r:id="rId1"/>
            </p:custDataLst>
          </p:nvPr>
        </p:nvSpPr>
        <p:spPr bwMode="gray">
          <a:xfrm>
            <a:off x="479376" y="404664"/>
            <a:ext cx="7164000" cy="215900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1200"/>
            </a:lvl1pPr>
            <a:lvl2pPr marL="0" indent="0">
              <a:spcBef>
                <a:spcPts val="0"/>
              </a:spcBef>
              <a:buNone/>
              <a:defRPr sz="1200"/>
            </a:lvl2pPr>
            <a:lvl3pPr marL="0" indent="0">
              <a:spcBef>
                <a:spcPts val="0"/>
              </a:spcBef>
              <a:buNone/>
              <a:defRPr sz="1200"/>
            </a:lvl3pPr>
            <a:lvl4pPr marL="0" indent="0">
              <a:spcBef>
                <a:spcPts val="0"/>
              </a:spcBef>
              <a:buNone/>
              <a:defRPr sz="1200"/>
            </a:lvl4pPr>
            <a:lvl5pPr marL="0" indent="0">
              <a:spcBef>
                <a:spcPts val="0"/>
              </a:spcBef>
              <a:buNone/>
              <a:defRPr sz="1200"/>
            </a:lvl5pPr>
            <a:lvl6pPr marL="0" indent="0">
              <a:spcBef>
                <a:spcPts val="0"/>
              </a:spcBef>
              <a:buNone/>
              <a:defRPr sz="1200"/>
            </a:lvl6pPr>
            <a:lvl7pPr marL="0" indent="0">
              <a:spcBef>
                <a:spcPts val="0"/>
              </a:spcBef>
              <a:buNone/>
              <a:defRPr sz="1200"/>
            </a:lvl7pPr>
            <a:lvl8pPr marL="0" indent="0">
              <a:spcBef>
                <a:spcPts val="0"/>
              </a:spcBef>
              <a:buNone/>
              <a:defRPr sz="1200"/>
            </a:lvl8pPr>
            <a:lvl9pPr marL="0" indent="0">
              <a:spcBef>
                <a:spcPts val="0"/>
              </a:spcBef>
              <a:buNone/>
              <a:defRPr sz="1200"/>
            </a:lvl9pPr>
          </a:lstStyle>
          <a:p>
            <a:pPr lvl="0"/>
            <a:r>
              <a:rPr lang="en-US"/>
              <a:t>Chapter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EDF72890-08D2-403D-A65E-6DD4F633E3B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>
            <a:lvl1pPr>
              <a:defRPr/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6" name="Content Placeholder">
            <a:extLst>
              <a:ext uri="{FF2B5EF4-FFF2-40B4-BE49-F238E27FC236}">
                <a16:creationId xmlns:a16="http://schemas.microsoft.com/office/drawing/2014/main" id="{FF4308F2-09F5-4F8D-BDB8-27F49E9AA21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 bwMode="gray">
          <a:xfrm>
            <a:off x="479425" y="1628775"/>
            <a:ext cx="11233150" cy="4679950"/>
          </a:xfrm>
        </p:spPr>
        <p:txBody>
          <a:bodyPr/>
          <a:lstStyle>
            <a:lvl1pPr>
              <a:defRPr/>
            </a:lvl1pPr>
            <a:lvl2pPr>
              <a:buClr>
                <a:srgbClr val="006E5D"/>
              </a:buCl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6</a:t>
            </a:r>
          </a:p>
          <a:p>
            <a:pPr lvl="6"/>
            <a:r>
              <a:rPr lang="en-US"/>
              <a:t>7</a:t>
            </a:r>
          </a:p>
          <a:p>
            <a:pPr lvl="7"/>
            <a:r>
              <a:rPr lang="en-US"/>
              <a:t>8</a:t>
            </a:r>
          </a:p>
          <a:p>
            <a:pPr lvl="8"/>
            <a:r>
              <a:rPr lang="en-US"/>
              <a:t>9</a:t>
            </a:r>
          </a:p>
        </p:txBody>
      </p:sp>
      <p:sp>
        <p:nvSpPr>
          <p:cNvPr id="5" name="Date Placeholder"/>
          <p:cNvSpPr>
            <a:spLocks noGrp="1"/>
          </p:cNvSpPr>
          <p:nvPr>
            <p:ph type="dt" sz="half" idx="15"/>
          </p:nvPr>
        </p:nvSpPr>
        <p:spPr bwMode="gray"/>
        <p:txBody>
          <a:bodyPr/>
          <a:lstStyle/>
          <a:p>
            <a:r>
              <a:rPr lang="en-US"/>
              <a:t>Mars 2026</a:t>
            </a:r>
            <a:endParaRPr lang="de-DE"/>
          </a:p>
        </p:txBody>
      </p:sp>
      <p:sp>
        <p:nvSpPr>
          <p:cNvPr id="7" name="Footer Placeholder"/>
          <p:cNvSpPr>
            <a:spLocks noGrp="1"/>
          </p:cNvSpPr>
          <p:nvPr>
            <p:ph type="ftr" sz="quarter" idx="16"/>
          </p:nvPr>
        </p:nvSpPr>
        <p:spPr bwMode="gray"/>
        <p:txBody>
          <a:bodyPr/>
          <a:lstStyle/>
          <a:p>
            <a:r>
              <a:rPr lang="en-US"/>
              <a:t>CONFIDENTIAL</a:t>
            </a:r>
          </a:p>
        </p:txBody>
      </p:sp>
      <p:sp>
        <p:nvSpPr>
          <p:cNvPr id="8" name="Slide Number Placeholder"/>
          <p:cNvSpPr>
            <a:spLocks noGrp="1"/>
          </p:cNvSpPr>
          <p:nvPr>
            <p:ph type="sldNum" sz="quarter" idx="17"/>
          </p:nvPr>
        </p:nvSpPr>
        <p:spPr bwMode="gray"/>
        <p:txBody>
          <a:bodyPr/>
          <a:lstStyle/>
          <a:p>
            <a:fld id="{CCF10D83-73B2-4D20-BE53-AA27B2521160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10" name="Text Image Area" hidden="1">
            <a:extLst>
              <a:ext uri="{FF2B5EF4-FFF2-40B4-BE49-F238E27FC236}">
                <a16:creationId xmlns:a16="http://schemas.microsoft.com/office/drawing/2014/main" id="{376349E2-457D-4EEB-957E-197C0F7F779E}"/>
              </a:ext>
            </a:extLst>
          </p:cNvPr>
          <p:cNvSpPr/>
          <p:nvPr>
            <p:custDataLst>
              <p:tags r:id="rId2"/>
            </p:custDataLst>
          </p:nvPr>
        </p:nvSpPr>
        <p:spPr bwMode="gray">
          <a:xfrm>
            <a:off x="0" y="1341000"/>
            <a:ext cx="12192000" cy="5004000"/>
          </a:xfrm>
          <a:prstGeom prst="rect">
            <a:avLst/>
          </a:prstGeom>
          <a:noFill/>
          <a:ln w="19050">
            <a:solidFill>
              <a:srgbClr val="FFE1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fontAlgn="auto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endParaRPr lang="en-US" sz="1400" b="0" i="0" u="none" baseline="0">
              <a:solidFill>
                <a:srgbClr val="000000"/>
              </a:solidFill>
            </a:endParaRPr>
          </a:p>
        </p:txBody>
      </p:sp>
      <p:sp>
        <p:nvSpPr>
          <p:cNvPr id="13" name="White Area Logo" hidden="1">
            <a:extLst>
              <a:ext uri="{FF2B5EF4-FFF2-40B4-BE49-F238E27FC236}">
                <a16:creationId xmlns:a16="http://schemas.microsoft.com/office/drawing/2014/main" id="{D826ACE7-4702-44A9-A5E6-58886EA7AEBA}"/>
              </a:ext>
            </a:extLst>
          </p:cNvPr>
          <p:cNvSpPr/>
          <p:nvPr>
            <p:custDataLst>
              <p:tags r:id="rId3"/>
            </p:custDataLst>
          </p:nvPr>
        </p:nvSpPr>
        <p:spPr bwMode="gray">
          <a:xfrm>
            <a:off x="9408000" y="0"/>
            <a:ext cx="2784000" cy="1053000"/>
          </a:xfrm>
          <a:prstGeom prst="rect">
            <a:avLst/>
          </a:prstGeom>
          <a:noFill/>
          <a:ln w="6350">
            <a:solidFill>
              <a:srgbClr val="A3173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n-US" sz="1400" b="0" i="0" u="none" baseline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874524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2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Objekt 9" hidden="1">
            <a:extLst>
              <a:ext uri="{FF2B5EF4-FFF2-40B4-BE49-F238E27FC236}">
                <a16:creationId xmlns:a16="http://schemas.microsoft.com/office/drawing/2014/main" id="{30BBDE3F-94DF-F7A5-EEF1-0B71E9E7442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10" name="Objekt 9" hidden="1">
                        <a:extLst>
                          <a:ext uri="{FF2B5EF4-FFF2-40B4-BE49-F238E27FC236}">
                            <a16:creationId xmlns:a16="http://schemas.microsoft.com/office/drawing/2014/main" id="{30BBDE3F-94DF-F7A5-EEF1-0B71E9E7442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CC325EB-BE14-422D-A6DB-EC36DD50623F}"/>
              </a:ext>
            </a:extLst>
          </p:cNvPr>
          <p:cNvSpPr>
            <a:spLocks noGrp="1"/>
          </p:cNvSpPr>
          <p:nvPr>
            <p:ph idx="1" hasCustomPrompt="1"/>
          </p:nvPr>
        </p:nvSpPr>
        <p:spPr bwMode="gray">
          <a:xfrm>
            <a:off x="371476" y="1592263"/>
            <a:ext cx="5545138" cy="4537075"/>
          </a:xfrm>
        </p:spPr>
        <p:txBody>
          <a:bodyPr/>
          <a:lstStyle>
            <a:lvl1pPr rtl="0"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</a:lstStyle>
          <a:p>
            <a:pPr lvl="0"/>
            <a:r>
              <a:rPr lang="en-US" noProof="0"/>
              <a:t>Edit master text format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AF3B27D5-EA0E-4516-B95F-89731B3E782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371475" y="772324"/>
            <a:ext cx="11449050" cy="280412"/>
          </a:xfrm>
        </p:spPr>
        <p:txBody>
          <a:bodyPr/>
          <a:lstStyle>
            <a:lvl1pPr marL="0" indent="0" rtl="0">
              <a:buNone/>
              <a:defRPr sz="1600" cap="all" spc="80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noProof="0"/>
              <a:t>Subline</a:t>
            </a:r>
          </a:p>
        </p:txBody>
      </p:sp>
      <p:sp>
        <p:nvSpPr>
          <p:cNvPr id="9" name="Titel 8">
            <a:extLst>
              <a:ext uri="{FF2B5EF4-FFF2-40B4-BE49-F238E27FC236}">
                <a16:creationId xmlns:a16="http://schemas.microsoft.com/office/drawing/2014/main" id="{A17F5985-A924-467A-A0A4-F51B07D2BD9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/>
        <p:txBody>
          <a:bodyPr vert="horz"/>
          <a:lstStyle>
            <a:lvl1pPr rtl="0">
              <a:defRPr/>
            </a:lvl1pPr>
          </a:lstStyle>
          <a:p>
            <a:r>
              <a:rPr lang="en-US" noProof="0"/>
              <a:t>Edit master title format</a:t>
            </a:r>
          </a:p>
        </p:txBody>
      </p:sp>
      <p:sp>
        <p:nvSpPr>
          <p:cNvPr id="7" name="Inhaltsplatzhalter 2">
            <a:extLst>
              <a:ext uri="{FF2B5EF4-FFF2-40B4-BE49-F238E27FC236}">
                <a16:creationId xmlns:a16="http://schemas.microsoft.com/office/drawing/2014/main" id="{BC8604F5-DBA2-40D0-9476-4D86666A5A24}"/>
              </a:ext>
            </a:extLst>
          </p:cNvPr>
          <p:cNvSpPr>
            <a:spLocks noGrp="1"/>
          </p:cNvSpPr>
          <p:nvPr>
            <p:ph idx="16" hasCustomPrompt="1"/>
          </p:nvPr>
        </p:nvSpPr>
        <p:spPr bwMode="gray">
          <a:xfrm>
            <a:off x="6275387" y="1592263"/>
            <a:ext cx="5545137" cy="4537075"/>
          </a:xfrm>
        </p:spPr>
        <p:txBody>
          <a:bodyPr/>
          <a:lstStyle>
            <a:lvl1pPr rtl="0"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</a:lstStyle>
          <a:p>
            <a:pPr lvl="0"/>
            <a:r>
              <a:rPr lang="en-US" noProof="0"/>
              <a:t>Edit master text format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liennummernplatzhalter 22">
            <a:extLst>
              <a:ext uri="{FF2B5EF4-FFF2-40B4-BE49-F238E27FC236}">
                <a16:creationId xmlns:a16="http://schemas.microsoft.com/office/drawing/2014/main" id="{E6F3207B-DC8A-115A-CD1C-DC901ED38A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gray">
          <a:xfrm>
            <a:off x="371364" y="6541611"/>
            <a:ext cx="252028" cy="185105"/>
          </a:xfrm>
          <a:prstGeom prst="rect">
            <a:avLst/>
          </a:prstGeom>
        </p:spPr>
        <p:txBody>
          <a:bodyPr vert="horz" wrap="none" lIns="0" tIns="0" rIns="0" bIns="0" rtlCol="0" anchor="t" anchorCtr="0"/>
          <a:lstStyle>
            <a:lvl1pPr algn="l" rtl="0">
              <a:defRPr sz="700" spc="30" baseline="0">
                <a:solidFill>
                  <a:schemeClr val="tx1"/>
                </a:solidFill>
              </a:defRPr>
            </a:lvl1pPr>
          </a:lstStyle>
          <a:p>
            <a:fld id="{4996FA93-2C04-4230-B649-753F9826C7BB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A10CBA2-74C4-F6E8-3A7C-DF53A6873E4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647728" y="6541612"/>
            <a:ext cx="4896544" cy="185104"/>
          </a:xfrm>
          <a:prstGeom prst="rect">
            <a:avLst/>
          </a:prstGeom>
        </p:spPr>
        <p:txBody>
          <a:bodyPr vert="horz" wrap="none" lIns="0" tIns="0" rIns="0" bIns="0" rtlCol="0" anchor="t" anchorCtr="0"/>
          <a:lstStyle>
            <a:lvl1pPr algn="ctr" rtl="0">
              <a:defRPr sz="700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Mars 2026</a:t>
            </a:r>
          </a:p>
        </p:txBody>
      </p:sp>
      <p:sp>
        <p:nvSpPr>
          <p:cNvPr id="11" name="Fußzeilenplatzhalter 6">
            <a:extLst>
              <a:ext uri="{FF2B5EF4-FFF2-40B4-BE49-F238E27FC236}">
                <a16:creationId xmlns:a16="http://schemas.microsoft.com/office/drawing/2014/main" id="{D1F92318-3D3B-E158-3E0F-5C655047465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95401" y="6541611"/>
            <a:ext cx="3137459" cy="185104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 rtl="0">
              <a:defRPr sz="700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CONFIDENTIAL</a:t>
            </a:r>
          </a:p>
        </p:txBody>
      </p:sp>
    </p:spTree>
    <p:extLst>
      <p:ext uri="{BB962C8B-B14F-4D97-AF65-F5344CB8AC3E}">
        <p14:creationId xmlns:p14="http://schemas.microsoft.com/office/powerpoint/2010/main" val="33972636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3">
          <p15:clr>
            <a:srgbClr val="A4A3A4"/>
          </p15:clr>
        </p15:guide>
        <p15:guide id="2" pos="234">
          <p15:clr>
            <a:srgbClr val="A4A3A4"/>
          </p15:clr>
        </p15:guide>
        <p15:guide id="3" orient="horz" pos="210">
          <p15:clr>
            <a:srgbClr val="A4A3A4"/>
          </p15:clr>
        </p15:guide>
        <p15:guide id="4" orient="horz" pos="3861">
          <p15:clr>
            <a:srgbClr val="A4A3A4"/>
          </p15:clr>
        </p15:guide>
        <p15:guide id="5" orient="horz" pos="4020">
          <p15:clr>
            <a:srgbClr val="A4A3A4"/>
          </p15:clr>
        </p15:guide>
        <p15:guide id="6" orient="horz" pos="4178">
          <p15:clr>
            <a:srgbClr val="A4A3A4"/>
          </p15:clr>
        </p15:guide>
        <p15:guide id="7" pos="6840">
          <p15:clr>
            <a:srgbClr val="A4A3A4"/>
          </p15:clr>
        </p15:guide>
        <p15:guide id="8" pos="7446">
          <p15:clr>
            <a:srgbClr val="A4A3A4"/>
          </p15:clr>
        </p15:guide>
        <p15:guide id="9" pos="6983">
          <p15:clr>
            <a:srgbClr val="A4A3A4"/>
          </p15:clr>
        </p15:guide>
        <p15:guide id="10" orient="horz" pos="424">
          <p15:clr>
            <a:srgbClr val="A4A3A4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HL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>
            <a:extLst>
              <a:ext uri="{FF2B5EF4-FFF2-40B4-BE49-F238E27FC236}">
                <a16:creationId xmlns:a16="http://schemas.microsoft.com/office/drawing/2014/main" id="{57F30281-A66C-49CD-BC67-805AF8185F1A}"/>
              </a:ext>
            </a:extLst>
          </p:cNvPr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9C3BF31D-6648-425A-8115-2703ABA5A40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371365" y="772324"/>
            <a:ext cx="11449160" cy="280412"/>
          </a:xfrm>
        </p:spPr>
        <p:txBody>
          <a:bodyPr/>
          <a:lstStyle>
            <a:lvl1pPr marL="0" indent="0">
              <a:buNone/>
              <a:defRPr sz="1600" cap="all" spc="80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 err="1"/>
              <a:t>Subline</a:t>
            </a:r>
            <a:endParaRPr lang="de-DE"/>
          </a:p>
        </p:txBody>
      </p:sp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65483044-202F-42BE-B623-A05A7143C4E5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 bwMode="gray"/>
        <p:txBody>
          <a:bodyPr/>
          <a:lstStyle/>
          <a:p>
            <a:fld id="{4996FA93-2C04-4230-B649-753F9826C7BB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949D1E11-1F27-43E9-A619-3800CF71FD1A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algn="l"/>
            <a:r>
              <a:rPr lang="en-US"/>
              <a:t>CONFIDENTIAL</a:t>
            </a:r>
            <a:endParaRPr lang="de-DE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FD0D4AD8-A5F0-5053-8FB7-31BB1FB99C79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r>
              <a:rPr lang="en-US"/>
              <a:t>Mars 2026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813100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3">
          <p15:clr>
            <a:srgbClr val="A4A3A4"/>
          </p15:clr>
        </p15:guide>
        <p15:guide id="2" pos="234">
          <p15:clr>
            <a:srgbClr val="A4A3A4"/>
          </p15:clr>
        </p15:guide>
        <p15:guide id="3" pos="6840">
          <p15:clr>
            <a:srgbClr val="A4A3A4"/>
          </p15:clr>
        </p15:guide>
        <p15:guide id="4" pos="6984">
          <p15:clr>
            <a:srgbClr val="A4A3A4"/>
          </p15:clr>
        </p15:guide>
        <p15:guide id="5" pos="7446">
          <p15:clr>
            <a:srgbClr val="A4A3A4"/>
          </p15:clr>
        </p15:guide>
        <p15:guide id="6" orient="horz" pos="210">
          <p15:clr>
            <a:srgbClr val="A4A3A4"/>
          </p15:clr>
        </p15:guide>
        <p15:guide id="7" orient="horz" pos="3861">
          <p15:clr>
            <a:srgbClr val="A4A3A4"/>
          </p15:clr>
        </p15:guide>
        <p15:guide id="8" orient="horz" pos="4020">
          <p15:clr>
            <a:srgbClr val="A4A3A4"/>
          </p15:clr>
        </p15:guide>
        <p15:guide id="9" orient="horz" pos="4178">
          <p15:clr>
            <a:srgbClr val="A4A3A4"/>
          </p15:clr>
        </p15:guide>
        <p15:guide id="10" orient="horz" pos="424">
          <p15:clr>
            <a:srgbClr val="A4A3A4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s |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Chapter">
            <a:extLst>
              <a:ext uri="{FF2B5EF4-FFF2-40B4-BE49-F238E27FC236}">
                <a16:creationId xmlns:a16="http://schemas.microsoft.com/office/drawing/2014/main" id="{7480F695-072D-4A2D-A614-53D1484EE59C}"/>
              </a:ext>
            </a:extLst>
          </p:cNvPr>
          <p:cNvSpPr>
            <a:spLocks noGrp="1"/>
          </p:cNvSpPr>
          <p:nvPr>
            <p:ph type="body" sz="quarter" idx="18" hasCustomPrompt="1"/>
            <p:custDataLst>
              <p:tags r:id="rId1"/>
            </p:custDataLst>
          </p:nvPr>
        </p:nvSpPr>
        <p:spPr bwMode="gray">
          <a:xfrm>
            <a:off x="479376" y="404664"/>
            <a:ext cx="7164000" cy="215900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1200"/>
            </a:lvl1pPr>
            <a:lvl2pPr marL="0" indent="0">
              <a:spcBef>
                <a:spcPts val="0"/>
              </a:spcBef>
              <a:buNone/>
              <a:defRPr sz="1200"/>
            </a:lvl2pPr>
            <a:lvl3pPr marL="0" indent="0">
              <a:spcBef>
                <a:spcPts val="0"/>
              </a:spcBef>
              <a:buNone/>
              <a:defRPr sz="1200"/>
            </a:lvl3pPr>
            <a:lvl4pPr marL="0" indent="0">
              <a:spcBef>
                <a:spcPts val="0"/>
              </a:spcBef>
              <a:buNone/>
              <a:defRPr sz="1200"/>
            </a:lvl4pPr>
            <a:lvl5pPr marL="0" indent="0">
              <a:spcBef>
                <a:spcPts val="0"/>
              </a:spcBef>
              <a:buNone/>
              <a:defRPr sz="1200"/>
            </a:lvl5pPr>
            <a:lvl6pPr marL="0" indent="0">
              <a:spcBef>
                <a:spcPts val="0"/>
              </a:spcBef>
              <a:buNone/>
              <a:defRPr sz="1200"/>
            </a:lvl6pPr>
            <a:lvl7pPr marL="0" indent="0">
              <a:spcBef>
                <a:spcPts val="0"/>
              </a:spcBef>
              <a:buNone/>
              <a:defRPr sz="1200"/>
            </a:lvl7pPr>
            <a:lvl8pPr marL="0" indent="0">
              <a:spcBef>
                <a:spcPts val="0"/>
              </a:spcBef>
              <a:buNone/>
              <a:defRPr sz="1200"/>
            </a:lvl8pPr>
            <a:lvl9pPr marL="0" indent="0">
              <a:spcBef>
                <a:spcPts val="0"/>
              </a:spcBef>
              <a:buNone/>
              <a:defRPr sz="1200"/>
            </a:lvl9pPr>
          </a:lstStyle>
          <a:p>
            <a:pPr lvl="0"/>
            <a:r>
              <a:rPr lang="en-US"/>
              <a:t>Chapter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EDF72890-08D2-403D-A65E-6DD4F633E3B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>
            <a:lvl1pPr>
              <a:defRPr/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10" name="Content Placeholder Left">
            <a:extLst>
              <a:ext uri="{FF2B5EF4-FFF2-40B4-BE49-F238E27FC236}">
                <a16:creationId xmlns:a16="http://schemas.microsoft.com/office/drawing/2014/main" id="{515E1E56-D0EE-4000-ADE0-D2A5DF470A91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 bwMode="gray">
          <a:xfrm>
            <a:off x="479425" y="1628800"/>
            <a:ext cx="5400551" cy="4679943"/>
          </a:xfrm>
        </p:spPr>
        <p:txBody>
          <a:bodyPr/>
          <a:lstStyle>
            <a:lvl1pPr>
              <a:defRPr/>
            </a:lvl1pPr>
            <a:lvl2pPr>
              <a:buClr>
                <a:srgbClr val="006E5D"/>
              </a:buClr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6</a:t>
            </a:r>
          </a:p>
          <a:p>
            <a:pPr lvl="6"/>
            <a:r>
              <a:rPr lang="en-US"/>
              <a:t>7</a:t>
            </a:r>
          </a:p>
          <a:p>
            <a:pPr lvl="7"/>
            <a:r>
              <a:rPr lang="en-US"/>
              <a:t>8</a:t>
            </a:r>
          </a:p>
          <a:p>
            <a:pPr lvl="8"/>
            <a:r>
              <a:rPr lang="en-US"/>
              <a:t>9</a:t>
            </a:r>
          </a:p>
        </p:txBody>
      </p:sp>
      <p:sp>
        <p:nvSpPr>
          <p:cNvPr id="12" name="Content Placeholder Right">
            <a:extLst>
              <a:ext uri="{FF2B5EF4-FFF2-40B4-BE49-F238E27FC236}">
                <a16:creationId xmlns:a16="http://schemas.microsoft.com/office/drawing/2014/main" id="{D6416931-E5E2-470D-A4A1-2D651D60E90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 bwMode="gray">
          <a:xfrm>
            <a:off x="6312024" y="1628800"/>
            <a:ext cx="5400551" cy="4680050"/>
          </a:xfrm>
        </p:spPr>
        <p:txBody>
          <a:bodyPr/>
          <a:lstStyle>
            <a:lvl1pPr>
              <a:defRPr/>
            </a:lvl1pPr>
            <a:lvl2pPr>
              <a:buClr>
                <a:srgbClr val="006E5D"/>
              </a:buClr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6</a:t>
            </a:r>
          </a:p>
          <a:p>
            <a:pPr lvl="6"/>
            <a:r>
              <a:rPr lang="en-US"/>
              <a:t>7</a:t>
            </a:r>
          </a:p>
          <a:p>
            <a:pPr lvl="7"/>
            <a:r>
              <a:rPr lang="en-US"/>
              <a:t>8</a:t>
            </a:r>
          </a:p>
          <a:p>
            <a:pPr lvl="8"/>
            <a:r>
              <a:rPr lang="en-US"/>
              <a:t>9</a:t>
            </a:r>
          </a:p>
        </p:txBody>
      </p:sp>
      <p:sp>
        <p:nvSpPr>
          <p:cNvPr id="3" name="Date Placeholder"/>
          <p:cNvSpPr>
            <a:spLocks noGrp="1"/>
          </p:cNvSpPr>
          <p:nvPr>
            <p:ph type="dt" sz="half" idx="15"/>
          </p:nvPr>
        </p:nvSpPr>
        <p:spPr bwMode="gray"/>
        <p:txBody>
          <a:bodyPr/>
          <a:lstStyle/>
          <a:p>
            <a:r>
              <a:rPr lang="en-US" altLang="zh-CN"/>
              <a:t>Mars 2026</a:t>
            </a:r>
            <a:endParaRPr lang="en-US"/>
          </a:p>
        </p:txBody>
      </p:sp>
      <p:sp>
        <p:nvSpPr>
          <p:cNvPr id="5" name="Footer Placeholder"/>
          <p:cNvSpPr>
            <a:spLocks noGrp="1"/>
          </p:cNvSpPr>
          <p:nvPr>
            <p:ph type="ftr" sz="quarter" idx="16"/>
          </p:nvPr>
        </p:nvSpPr>
        <p:spPr bwMode="gray"/>
        <p:txBody>
          <a:bodyPr/>
          <a:lstStyle/>
          <a:p>
            <a:r>
              <a:rPr lang="en-US"/>
              <a:t>CONFIDENTIAL</a:t>
            </a:r>
          </a:p>
        </p:txBody>
      </p:sp>
      <p:sp>
        <p:nvSpPr>
          <p:cNvPr id="6" name="Slide Number Placeholder"/>
          <p:cNvSpPr>
            <a:spLocks noGrp="1"/>
          </p:cNvSpPr>
          <p:nvPr>
            <p:ph type="sldNum" sz="quarter" idx="17"/>
          </p:nvPr>
        </p:nvSpPr>
        <p:spPr bwMode="gray"/>
        <p:txBody>
          <a:bodyPr/>
          <a:lstStyle/>
          <a:p>
            <a:fld id="{CCF10D83-73B2-4D20-BE53-AA27B252116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Text Image Area" hidden="1">
            <a:extLst>
              <a:ext uri="{FF2B5EF4-FFF2-40B4-BE49-F238E27FC236}">
                <a16:creationId xmlns:a16="http://schemas.microsoft.com/office/drawing/2014/main" id="{9CCBF4F7-3C50-49FE-8295-5FCA1A7D4AB4}"/>
              </a:ext>
            </a:extLst>
          </p:cNvPr>
          <p:cNvSpPr/>
          <p:nvPr userDrawn="1">
            <p:custDataLst>
              <p:tags r:id="rId2"/>
            </p:custDataLst>
          </p:nvPr>
        </p:nvSpPr>
        <p:spPr bwMode="gray">
          <a:xfrm>
            <a:off x="0" y="1341000"/>
            <a:ext cx="12192000" cy="5004000"/>
          </a:xfrm>
          <a:prstGeom prst="rect">
            <a:avLst/>
          </a:prstGeom>
          <a:noFill/>
          <a:ln w="19050">
            <a:solidFill>
              <a:srgbClr val="FFE1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fontAlgn="auto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endParaRPr lang="en-US" sz="1400" b="0" i="0" u="none" baseline="0">
              <a:solidFill>
                <a:srgbClr val="000000"/>
              </a:solidFill>
            </a:endParaRPr>
          </a:p>
        </p:txBody>
      </p:sp>
      <p:sp>
        <p:nvSpPr>
          <p:cNvPr id="11" name="White Area Logo" hidden="1">
            <a:extLst>
              <a:ext uri="{FF2B5EF4-FFF2-40B4-BE49-F238E27FC236}">
                <a16:creationId xmlns:a16="http://schemas.microsoft.com/office/drawing/2014/main" id="{AE730489-1DEC-4CA5-BAFB-D41332F793F6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gray">
          <a:xfrm>
            <a:off x="9408000" y="0"/>
            <a:ext cx="2784000" cy="1053000"/>
          </a:xfrm>
          <a:prstGeom prst="rect">
            <a:avLst/>
          </a:prstGeom>
          <a:noFill/>
          <a:ln w="6350">
            <a:solidFill>
              <a:srgbClr val="A3173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n-US" sz="1400" b="0" i="0" u="none" baseline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5245185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| Lef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ctrTitle" hasCustomPrompt="1"/>
          </p:nvPr>
        </p:nvSpPr>
        <p:spPr bwMode="gray">
          <a:xfrm>
            <a:off x="696000" y="4077072"/>
            <a:ext cx="11016575" cy="792000"/>
          </a:xfrm>
          <a:prstGeom prst="rect">
            <a:avLst/>
          </a:prstGeom>
        </p:spPr>
        <p:txBody>
          <a:bodyPr tIns="0" anchor="b"/>
          <a:lstStyle>
            <a:lvl1pPr algn="l">
              <a:lnSpc>
                <a:spcPct val="85000"/>
              </a:lnSpc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4" name="Subtitle">
            <a:extLst>
              <a:ext uri="{FF2B5EF4-FFF2-40B4-BE49-F238E27FC236}">
                <a16:creationId xmlns:a16="http://schemas.microsoft.com/office/drawing/2014/main" id="{A85A5AA7-48AF-4602-B055-91203610A83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gray">
          <a:xfrm>
            <a:off x="696000" y="4869656"/>
            <a:ext cx="11016574" cy="863600"/>
          </a:xfrm>
        </p:spPr>
        <p:txBody>
          <a:bodyPr anchor="b"/>
          <a:lstStyle>
            <a:lvl1pPr marL="0" indent="0" algn="l">
              <a:spcBef>
                <a:spcPts val="0"/>
              </a:spcBef>
              <a:buFont typeface="Arial" panose="020B0604020202020204" pitchFamily="34" charset="0"/>
              <a:buNone/>
              <a:defRPr b="0"/>
            </a:lvl1pPr>
            <a:lvl2pPr marL="0" indent="0" algn="l">
              <a:spcBef>
                <a:spcPts val="0"/>
              </a:spcBef>
              <a:buFont typeface="Arial" panose="020B0604020202020204" pitchFamily="34" charset="0"/>
              <a:buNone/>
              <a:defRPr b="0"/>
            </a:lvl2pPr>
            <a:lvl3pPr marL="0" indent="0" algn="l">
              <a:spcBef>
                <a:spcPts val="0"/>
              </a:spcBef>
              <a:buNone/>
              <a:defRPr b="0"/>
            </a:lvl3pPr>
            <a:lvl4pPr marL="0" indent="0" algn="l">
              <a:spcBef>
                <a:spcPts val="0"/>
              </a:spcBef>
              <a:buNone/>
              <a:defRPr b="0"/>
            </a:lvl4pPr>
            <a:lvl5pPr marL="0" indent="0" algn="l">
              <a:spcBef>
                <a:spcPts val="0"/>
              </a:spcBef>
              <a:buNone/>
              <a:defRPr b="0"/>
            </a:lvl5pPr>
            <a:lvl6pPr marL="0" indent="0" algn="l">
              <a:spcBef>
                <a:spcPts val="0"/>
              </a:spcBef>
              <a:buNone/>
              <a:defRPr b="0"/>
            </a:lvl6pPr>
            <a:lvl7pPr marL="0" indent="0" algn="l">
              <a:spcBef>
                <a:spcPts val="0"/>
              </a:spcBef>
              <a:buNone/>
              <a:defRPr b="0"/>
            </a:lvl7pPr>
            <a:lvl8pPr marL="0" indent="0" algn="l">
              <a:spcBef>
                <a:spcPts val="0"/>
              </a:spcBef>
              <a:buNone/>
              <a:defRPr b="0"/>
            </a:lvl8pPr>
            <a:lvl9pPr marL="0" indent="0" algn="l">
              <a:spcBef>
                <a:spcPts val="0"/>
              </a:spcBef>
              <a:buNone/>
              <a:defRPr b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6</a:t>
            </a:r>
          </a:p>
          <a:p>
            <a:pPr lvl="6"/>
            <a:r>
              <a:rPr lang="en-US"/>
              <a:t>7</a:t>
            </a:r>
          </a:p>
          <a:p>
            <a:pPr lvl="7"/>
            <a:r>
              <a:rPr lang="en-US"/>
              <a:t>8</a:t>
            </a:r>
          </a:p>
          <a:p>
            <a:pPr lvl="8"/>
            <a:r>
              <a:rPr lang="en-US"/>
              <a:t>9</a:t>
            </a:r>
          </a:p>
        </p:txBody>
      </p:sp>
      <p:sp>
        <p:nvSpPr>
          <p:cNvPr id="5" name="Hide Copyright white field">
            <a:extLst>
              <a:ext uri="{FF2B5EF4-FFF2-40B4-BE49-F238E27FC236}">
                <a16:creationId xmlns:a16="http://schemas.microsoft.com/office/drawing/2014/main" id="{17755C1F-FDA8-44A8-9AE0-DAA7520915C0}"/>
              </a:ext>
            </a:extLst>
          </p:cNvPr>
          <p:cNvSpPr/>
          <p:nvPr userDrawn="1">
            <p:custDataLst>
              <p:tags r:id="rId1"/>
            </p:custDataLst>
          </p:nvPr>
        </p:nvSpPr>
        <p:spPr bwMode="gray">
          <a:xfrm rot="5400000">
            <a:off x="9242039" y="4747460"/>
            <a:ext cx="476673" cy="3744416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n-US" sz="1400" b="0" i="0" u="none" baseline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9" name="Picture Placeholder"/>
          <p:cNvSpPr>
            <a:spLocks noGrp="1"/>
          </p:cNvSpPr>
          <p:nvPr>
            <p:ph type="pic" sz="quarter" idx="10" hasCustomPrompt="1"/>
            <p:custDataLst>
              <p:tags r:id="rId2"/>
            </p:custDataLst>
          </p:nvPr>
        </p:nvSpPr>
        <p:spPr bwMode="gray">
          <a:xfrm>
            <a:off x="0" y="836613"/>
            <a:ext cx="12192000" cy="2880000"/>
          </a:xfrm>
          <a:prstGeom prst="rect">
            <a:avLst/>
          </a:prstGeom>
          <a:solidFill>
            <a:srgbClr val="E3E3E3"/>
          </a:solidFill>
        </p:spPr>
        <p:txBody>
          <a:bodyPr tIns="504000" anchor="ctr">
            <a:normAutofit/>
          </a:bodyPr>
          <a:lstStyle>
            <a:lvl1pPr marL="0" indent="0" algn="ctr">
              <a:spcBef>
                <a:spcPts val="0"/>
              </a:spcBef>
              <a:buFont typeface="Arial" panose="020B0604020202020204" pitchFamily="34" charset="0"/>
              <a:buNone/>
              <a:defRPr sz="1200" b="0">
                <a:solidFill>
                  <a:schemeClr val="tx1"/>
                </a:solidFill>
              </a:defRPr>
            </a:lvl1pPr>
            <a:lvl2pPr marL="0" indent="0" algn="ctr">
              <a:spcBef>
                <a:spcPts val="0"/>
              </a:spcBef>
              <a:buNone/>
              <a:defRPr sz="1200">
                <a:solidFill>
                  <a:schemeClr val="accent5"/>
                </a:solidFill>
              </a:defRPr>
            </a:lvl2pPr>
            <a:lvl3pPr marL="0" indent="0" algn="ctr">
              <a:spcBef>
                <a:spcPts val="0"/>
              </a:spcBef>
              <a:buNone/>
              <a:defRPr sz="1200">
                <a:solidFill>
                  <a:schemeClr val="accent5"/>
                </a:solidFill>
              </a:defRPr>
            </a:lvl3pPr>
            <a:lvl4pPr marL="0" indent="0" algn="ctr">
              <a:spcBef>
                <a:spcPts val="0"/>
              </a:spcBef>
              <a:buNone/>
              <a:defRPr sz="1200">
                <a:solidFill>
                  <a:schemeClr val="accent5"/>
                </a:solidFill>
              </a:defRPr>
            </a:lvl4pPr>
            <a:lvl5pPr marL="0" indent="0" algn="ctr">
              <a:spcBef>
                <a:spcPts val="0"/>
              </a:spcBef>
              <a:buNone/>
              <a:defRPr sz="1200">
                <a:solidFill>
                  <a:schemeClr val="accent5"/>
                </a:solidFill>
              </a:defRPr>
            </a:lvl5pPr>
            <a:lvl6pPr marL="0" indent="0" algn="ctr">
              <a:spcBef>
                <a:spcPts val="0"/>
              </a:spcBef>
              <a:buNone/>
              <a:defRPr sz="1200">
                <a:solidFill>
                  <a:schemeClr val="accent5"/>
                </a:solidFill>
              </a:defRPr>
            </a:lvl6pPr>
            <a:lvl7pPr marL="0" indent="0" algn="ctr">
              <a:spcBef>
                <a:spcPts val="0"/>
              </a:spcBef>
              <a:buNone/>
              <a:defRPr sz="1200">
                <a:solidFill>
                  <a:schemeClr val="accent5"/>
                </a:solidFill>
              </a:defRPr>
            </a:lvl7pPr>
            <a:lvl8pPr marL="0" indent="0" algn="ctr">
              <a:spcBef>
                <a:spcPts val="0"/>
              </a:spcBef>
              <a:buNone/>
              <a:defRPr sz="1200">
                <a:solidFill>
                  <a:schemeClr val="accent5"/>
                </a:solidFill>
              </a:defRPr>
            </a:lvl8pPr>
            <a:lvl9pPr marL="0" indent="0" algn="ctr">
              <a:spcBef>
                <a:spcPts val="0"/>
              </a:spcBef>
              <a:buNone/>
              <a:defRPr sz="1200">
                <a:solidFill>
                  <a:schemeClr val="accent5"/>
                </a:solidFill>
              </a:defRPr>
            </a:lvl9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6" name="Green Marker">
            <a:extLst>
              <a:ext uri="{FF2B5EF4-FFF2-40B4-BE49-F238E27FC236}">
                <a16:creationId xmlns:a16="http://schemas.microsoft.com/office/drawing/2014/main" id="{B8307701-0ED4-494D-8CFD-0E5B82B4A3DB}"/>
              </a:ext>
            </a:extLst>
          </p:cNvPr>
          <p:cNvSpPr>
            <a:spLocks noGrp="1"/>
          </p:cNvSpPr>
          <p:nvPr>
            <p:ph type="body" sz="quarter" idx="11" hasCustomPrompt="1"/>
            <p:custDataLst>
              <p:tags r:id="rId3"/>
            </p:custDataLst>
          </p:nvPr>
        </p:nvSpPr>
        <p:spPr bwMode="gray">
          <a:xfrm>
            <a:off x="0" y="2672613"/>
            <a:ext cx="252000" cy="2088000"/>
          </a:xfrm>
          <a:solidFill>
            <a:srgbClr val="00893E">
              <a:alpha val="80000"/>
            </a:srgbClr>
          </a:solidFill>
        </p:spPr>
        <p:txBody>
          <a:bodyPr vert="horz" lIns="0" tIns="0" rIns="0" bIns="0" rtlCol="0">
            <a:noAutofit/>
          </a:bodyPr>
          <a:lstStyle>
            <a:lvl1pPr>
              <a:defRPr lang="en-US" sz="100" dirty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3" name="White Area Logo" hidden="1">
            <a:extLst>
              <a:ext uri="{FF2B5EF4-FFF2-40B4-BE49-F238E27FC236}">
                <a16:creationId xmlns:a16="http://schemas.microsoft.com/office/drawing/2014/main" id="{BD5D9C66-3F22-420A-8F4D-63BA0545EE26}"/>
              </a:ext>
            </a:extLst>
          </p:cNvPr>
          <p:cNvSpPr/>
          <p:nvPr userDrawn="1">
            <p:custDataLst>
              <p:tags r:id="rId4"/>
            </p:custDataLst>
          </p:nvPr>
        </p:nvSpPr>
        <p:spPr bwMode="gray">
          <a:xfrm>
            <a:off x="9408000" y="0"/>
            <a:ext cx="2784000" cy="765000"/>
          </a:xfrm>
          <a:prstGeom prst="rect">
            <a:avLst/>
          </a:prstGeom>
          <a:noFill/>
          <a:ln w="6350">
            <a:solidFill>
              <a:srgbClr val="A3173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n-US" sz="1400" b="0" i="0" u="none" baseline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pic>
        <p:nvPicPr>
          <p:cNvPr id="7" name="Inhaltsplatzhalter 8">
            <a:extLst>
              <a:ext uri="{FF2B5EF4-FFF2-40B4-BE49-F238E27FC236}">
                <a16:creationId xmlns:a16="http://schemas.microsoft.com/office/drawing/2014/main" id="{51A62923-CEB0-40F7-BEC8-9810CFDFB48D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10091005" y="6308725"/>
            <a:ext cx="1633530" cy="1828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4967622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CC325EB-BE14-422D-A6DB-EC36DD50623F}"/>
              </a:ext>
            </a:extLst>
          </p:cNvPr>
          <p:cNvSpPr>
            <a:spLocks noGrp="1"/>
          </p:cNvSpPr>
          <p:nvPr>
            <p:ph idx="1"/>
          </p:nvPr>
        </p:nvSpPr>
        <p:spPr bwMode="gray"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AF3B27D5-EA0E-4516-B95F-89731B3E782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371365" y="772324"/>
            <a:ext cx="11449160" cy="280412"/>
          </a:xfrm>
        </p:spPr>
        <p:txBody>
          <a:bodyPr/>
          <a:lstStyle>
            <a:lvl1pPr marL="0" indent="0">
              <a:buNone/>
              <a:defRPr sz="1600" cap="all" spc="80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 err="1"/>
              <a:t>Subline</a:t>
            </a:r>
            <a:endParaRPr lang="de-DE"/>
          </a:p>
        </p:txBody>
      </p:sp>
      <p:sp>
        <p:nvSpPr>
          <p:cNvPr id="9" name="Titel 8">
            <a:extLst>
              <a:ext uri="{FF2B5EF4-FFF2-40B4-BE49-F238E27FC236}">
                <a16:creationId xmlns:a16="http://schemas.microsoft.com/office/drawing/2014/main" id="{A17F5985-A924-467A-A0A4-F51B07D2BD94}"/>
              </a:ext>
            </a:extLst>
          </p:cNvPr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317AF036-266E-40BE-B0E0-C9289E59DA36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 bwMode="gray"/>
        <p:txBody>
          <a:bodyPr/>
          <a:lstStyle/>
          <a:p>
            <a:fld id="{4996FA93-2C04-4230-B649-753F9826C7BB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7C1C86E-090F-4145-8295-6AC6218E616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algn="l"/>
            <a:r>
              <a:rPr lang="de-DE"/>
              <a:t>CONFIDENTIAL</a:t>
            </a:r>
          </a:p>
        </p:txBody>
      </p:sp>
      <p:pic>
        <p:nvPicPr>
          <p:cNvPr id="4" name="Logo">
            <a:extLst>
              <a:ext uri="{FF2B5EF4-FFF2-40B4-BE49-F238E27FC236}">
                <a16:creationId xmlns:a16="http://schemas.microsoft.com/office/drawing/2014/main" id="{B6E81202-9191-2C95-3D22-5F170C0501D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10092526" y="477000"/>
            <a:ext cx="1620000" cy="180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2630871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1_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3696628727"/>
      </p:ext>
    </p:extLst>
  </p:cSld>
  <p:clrMapOvr>
    <a:masterClrMapping/>
  </p:clrMapOvr>
  <p:transition spd="slow"/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icture | Content |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hapter">
            <a:extLst>
              <a:ext uri="{FF2B5EF4-FFF2-40B4-BE49-F238E27FC236}">
                <a16:creationId xmlns:a16="http://schemas.microsoft.com/office/drawing/2014/main" id="{FCBB1231-371B-43D9-A2EE-03D5FD5B7ECB}"/>
              </a:ext>
            </a:extLst>
          </p:cNvPr>
          <p:cNvSpPr>
            <a:spLocks noGrp="1"/>
          </p:cNvSpPr>
          <p:nvPr>
            <p:ph type="body" sz="quarter" idx="13" hasCustomPrompt="1"/>
            <p:custDataLst>
              <p:tags r:id="rId1"/>
            </p:custDataLst>
          </p:nvPr>
        </p:nvSpPr>
        <p:spPr bwMode="gray">
          <a:xfrm>
            <a:off x="479376" y="404664"/>
            <a:ext cx="7164000" cy="215900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1200"/>
            </a:lvl1pPr>
            <a:lvl2pPr marL="0" indent="0">
              <a:spcBef>
                <a:spcPts val="0"/>
              </a:spcBef>
              <a:buNone/>
              <a:defRPr sz="1200"/>
            </a:lvl2pPr>
            <a:lvl3pPr marL="0" indent="0">
              <a:spcBef>
                <a:spcPts val="0"/>
              </a:spcBef>
              <a:buNone/>
              <a:defRPr sz="1200"/>
            </a:lvl3pPr>
            <a:lvl4pPr marL="0" indent="0">
              <a:spcBef>
                <a:spcPts val="0"/>
              </a:spcBef>
              <a:buNone/>
              <a:defRPr sz="1200"/>
            </a:lvl4pPr>
            <a:lvl5pPr marL="0" indent="0">
              <a:spcBef>
                <a:spcPts val="0"/>
              </a:spcBef>
              <a:buNone/>
              <a:defRPr sz="1200"/>
            </a:lvl5pPr>
            <a:lvl6pPr marL="0" indent="0">
              <a:spcBef>
                <a:spcPts val="0"/>
              </a:spcBef>
              <a:buNone/>
              <a:defRPr sz="1200"/>
            </a:lvl6pPr>
            <a:lvl7pPr marL="0" indent="0">
              <a:spcBef>
                <a:spcPts val="0"/>
              </a:spcBef>
              <a:buNone/>
              <a:defRPr sz="1200"/>
            </a:lvl7pPr>
            <a:lvl8pPr marL="0" indent="0">
              <a:spcBef>
                <a:spcPts val="0"/>
              </a:spcBef>
              <a:buNone/>
              <a:defRPr sz="1200"/>
            </a:lvl8pPr>
            <a:lvl9pPr marL="0" indent="0">
              <a:spcBef>
                <a:spcPts val="0"/>
              </a:spcBef>
              <a:buNone/>
              <a:defRPr sz="1200"/>
            </a:lvl9pPr>
          </a:lstStyle>
          <a:p>
            <a:pPr lvl="0"/>
            <a:r>
              <a:rPr lang="en-US"/>
              <a:t>Chapter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EDF72890-08D2-403D-A65E-6DD4F633E3B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>
            <a:lvl1pPr>
              <a:defRPr/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8" name="Picture Placeholder">
            <a:extLst>
              <a:ext uri="{FF2B5EF4-FFF2-40B4-BE49-F238E27FC236}">
                <a16:creationId xmlns:a16="http://schemas.microsoft.com/office/drawing/2014/main" id="{E7A8FA3C-69D1-4B71-8755-F8B0029CAF29}"/>
              </a:ext>
            </a:extLst>
          </p:cNvPr>
          <p:cNvSpPr>
            <a:spLocks noGrp="1"/>
          </p:cNvSpPr>
          <p:nvPr>
            <p:ph type="pic" sz="quarter" idx="14" hasCustomPrompt="1"/>
            <p:custDataLst>
              <p:tags r:id="rId2"/>
            </p:custDataLst>
          </p:nvPr>
        </p:nvSpPr>
        <p:spPr bwMode="gray">
          <a:xfrm>
            <a:off x="0" y="1341438"/>
            <a:ext cx="7319963" cy="5516561"/>
          </a:xfrm>
          <a:prstGeom prst="rect">
            <a:avLst/>
          </a:prstGeom>
          <a:solidFill>
            <a:srgbClr val="E6E6E6"/>
          </a:solidFill>
        </p:spPr>
        <p:txBody>
          <a:bodyPr tIns="504000" anchor="ctr">
            <a:normAutofit/>
          </a:bodyPr>
          <a:lstStyle>
            <a:lvl1pPr marL="0" indent="0" algn="ctr">
              <a:spcBef>
                <a:spcPts val="0"/>
              </a:spcBef>
              <a:buFont typeface="Arial" panose="020B0604020202020204" pitchFamily="34" charset="0"/>
              <a:buNone/>
              <a:defRPr sz="1200" b="0">
                <a:solidFill>
                  <a:schemeClr val="tx1"/>
                </a:solidFill>
              </a:defRPr>
            </a:lvl1pPr>
            <a:lvl2pPr marL="0" indent="0" algn="ctr">
              <a:spcBef>
                <a:spcPts val="0"/>
              </a:spcBef>
              <a:buNone/>
              <a:defRPr sz="1200">
                <a:solidFill>
                  <a:schemeClr val="accent5"/>
                </a:solidFill>
              </a:defRPr>
            </a:lvl2pPr>
            <a:lvl3pPr marL="0" indent="0" algn="ctr">
              <a:spcBef>
                <a:spcPts val="0"/>
              </a:spcBef>
              <a:buNone/>
              <a:defRPr sz="1200">
                <a:solidFill>
                  <a:schemeClr val="accent5"/>
                </a:solidFill>
              </a:defRPr>
            </a:lvl3pPr>
            <a:lvl4pPr marL="0" indent="0" algn="ctr">
              <a:spcBef>
                <a:spcPts val="0"/>
              </a:spcBef>
              <a:buNone/>
              <a:defRPr sz="1200">
                <a:solidFill>
                  <a:schemeClr val="accent5"/>
                </a:solidFill>
              </a:defRPr>
            </a:lvl4pPr>
            <a:lvl5pPr marL="0" indent="0" algn="ctr">
              <a:spcBef>
                <a:spcPts val="0"/>
              </a:spcBef>
              <a:buNone/>
              <a:defRPr sz="1200">
                <a:solidFill>
                  <a:schemeClr val="accent5"/>
                </a:solidFill>
              </a:defRPr>
            </a:lvl5pPr>
            <a:lvl6pPr marL="0" indent="0" algn="ctr">
              <a:spcBef>
                <a:spcPts val="0"/>
              </a:spcBef>
              <a:buNone/>
              <a:defRPr sz="1200">
                <a:solidFill>
                  <a:schemeClr val="accent5"/>
                </a:solidFill>
              </a:defRPr>
            </a:lvl6pPr>
            <a:lvl7pPr marL="0" indent="0" algn="ctr">
              <a:spcBef>
                <a:spcPts val="0"/>
              </a:spcBef>
              <a:buNone/>
              <a:defRPr sz="1200">
                <a:solidFill>
                  <a:schemeClr val="accent5"/>
                </a:solidFill>
              </a:defRPr>
            </a:lvl7pPr>
            <a:lvl8pPr marL="0" indent="0" algn="ctr">
              <a:spcBef>
                <a:spcPts val="0"/>
              </a:spcBef>
              <a:buNone/>
              <a:defRPr sz="1200">
                <a:solidFill>
                  <a:schemeClr val="accent5"/>
                </a:solidFill>
              </a:defRPr>
            </a:lvl8pPr>
            <a:lvl9pPr marL="0" indent="0" algn="ctr">
              <a:spcBef>
                <a:spcPts val="0"/>
              </a:spcBef>
              <a:buNone/>
              <a:defRPr sz="1200">
                <a:solidFill>
                  <a:schemeClr val="accent5"/>
                </a:solidFill>
              </a:defRPr>
            </a:lvl9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6" name="Content Placeholder">
            <a:extLst>
              <a:ext uri="{FF2B5EF4-FFF2-40B4-BE49-F238E27FC236}">
                <a16:creationId xmlns:a16="http://schemas.microsoft.com/office/drawing/2014/main" id="{80630B98-9998-4C96-BE61-119D3D206E25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 bwMode="gray">
          <a:xfrm>
            <a:off x="7751762" y="1628775"/>
            <a:ext cx="3960813" cy="467995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6</a:t>
            </a:r>
          </a:p>
          <a:p>
            <a:pPr lvl="6"/>
            <a:r>
              <a:rPr lang="en-US"/>
              <a:t>7</a:t>
            </a:r>
          </a:p>
          <a:p>
            <a:pPr lvl="7"/>
            <a:r>
              <a:rPr lang="en-US"/>
              <a:t>8</a:t>
            </a:r>
          </a:p>
          <a:p>
            <a:pPr lvl="8"/>
            <a:r>
              <a:rPr lang="en-US"/>
              <a:t>9</a:t>
            </a:r>
          </a:p>
        </p:txBody>
      </p:sp>
      <p:sp>
        <p:nvSpPr>
          <p:cNvPr id="3" name="Date Placeholder"/>
          <p:cNvSpPr>
            <a:spLocks noGrp="1"/>
          </p:cNvSpPr>
          <p:nvPr>
            <p:ph type="dt" sz="half" idx="16"/>
          </p:nvPr>
        </p:nvSpPr>
        <p:spPr bwMode="gray"/>
        <p:txBody>
          <a:bodyPr/>
          <a:lstStyle/>
          <a:p>
            <a:r>
              <a:rPr lang="en-US"/>
              <a:t>Mars 2026</a:t>
            </a:r>
            <a:endParaRPr lang="en-GB"/>
          </a:p>
        </p:txBody>
      </p:sp>
      <p:sp>
        <p:nvSpPr>
          <p:cNvPr id="5" name="Footer Placeholder"/>
          <p:cNvSpPr>
            <a:spLocks noGrp="1"/>
          </p:cNvSpPr>
          <p:nvPr>
            <p:ph type="ftr" sz="quarter" idx="17"/>
          </p:nvPr>
        </p:nvSpPr>
        <p:spPr bwMode="gray"/>
        <p:txBody>
          <a:bodyPr/>
          <a:lstStyle/>
          <a:p>
            <a:r>
              <a:rPr lang="en-US"/>
              <a:t>CONFIDENTIAL</a:t>
            </a:r>
          </a:p>
        </p:txBody>
      </p:sp>
      <p:sp>
        <p:nvSpPr>
          <p:cNvPr id="13" name="Slide Number Placeholder"/>
          <p:cNvSpPr>
            <a:spLocks noGrp="1"/>
          </p:cNvSpPr>
          <p:nvPr>
            <p:ph type="sldNum" sz="quarter" idx="18"/>
          </p:nvPr>
        </p:nvSpPr>
        <p:spPr bwMode="gray"/>
        <p:txBody>
          <a:bodyPr/>
          <a:lstStyle/>
          <a:p>
            <a:fld id="{CCF10D83-73B2-4D20-BE53-AA27B2521160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11" name="Text Image Area" hidden="1"/>
          <p:cNvSpPr/>
          <p:nvPr userDrawn="1">
            <p:custDataLst>
              <p:tags r:id="rId3"/>
            </p:custDataLst>
          </p:nvPr>
        </p:nvSpPr>
        <p:spPr bwMode="gray">
          <a:xfrm>
            <a:off x="0" y="1326486"/>
            <a:ext cx="12192000" cy="5580000"/>
          </a:xfrm>
          <a:prstGeom prst="rect">
            <a:avLst/>
          </a:prstGeom>
          <a:noFill/>
          <a:ln w="19050">
            <a:solidFill>
              <a:srgbClr val="FFE1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fontAlgn="auto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endParaRPr lang="en-US" sz="1400" b="0" i="0" u="none" baseline="0">
              <a:solidFill>
                <a:srgbClr val="000000"/>
              </a:solidFill>
            </a:endParaRPr>
          </a:p>
        </p:txBody>
      </p:sp>
      <p:sp>
        <p:nvSpPr>
          <p:cNvPr id="14" name="White Area Logo" hidden="1">
            <a:extLst>
              <a:ext uri="{FF2B5EF4-FFF2-40B4-BE49-F238E27FC236}">
                <a16:creationId xmlns:a16="http://schemas.microsoft.com/office/drawing/2014/main" id="{CD44816E-0CC3-4C4E-A0F3-05737A154956}"/>
              </a:ext>
            </a:extLst>
          </p:cNvPr>
          <p:cNvSpPr/>
          <p:nvPr userDrawn="1">
            <p:custDataLst>
              <p:tags r:id="rId4"/>
            </p:custDataLst>
          </p:nvPr>
        </p:nvSpPr>
        <p:spPr bwMode="gray">
          <a:xfrm>
            <a:off x="9408000" y="0"/>
            <a:ext cx="2784000" cy="1053000"/>
          </a:xfrm>
          <a:prstGeom prst="rect">
            <a:avLst/>
          </a:prstGeom>
          <a:noFill/>
          <a:ln w="6350">
            <a:solidFill>
              <a:srgbClr val="A3173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n-US" sz="1400" b="0" i="0" u="none" baseline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46355088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de-DE"/>
              <a:t>Textmasterformate durch Klicken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6193372" y="1535113"/>
            <a:ext cx="5389033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de-DE"/>
              <a:t>Textmasterformate durch Klicken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6193372" y="2174875"/>
            <a:ext cx="5389033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>
          <a:xfrm>
            <a:off x="1714500" y="6634170"/>
            <a:ext cx="2844800" cy="179387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/>
              <a:t>Mars 2026</a:t>
            </a:r>
            <a:endParaRPr lang="de-DE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>
          <a:xfrm>
            <a:off x="4563533" y="6634170"/>
            <a:ext cx="3860800" cy="179387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r>
              <a:rPr lang="de-DE"/>
              <a:t>CONFIDENTIAL</a:t>
            </a:r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06810A-AE46-4603-BABC-3D6DB445C884}" type="slidenum">
              <a:rPr lang="de-DE" altLang="de-DE"/>
              <a:pPr>
                <a:defRPr/>
              </a:pPr>
              <a:t>‹#›</a:t>
            </a:fld>
            <a:endParaRPr lang="de-DE" altLang="de-DE"/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83A6DB09-D170-4424-61C7-EC054AD3C67E}"/>
              </a:ext>
            </a:extLst>
          </p:cNvPr>
          <p:cNvSpPr/>
          <p:nvPr userDrawn="1"/>
        </p:nvSpPr>
        <p:spPr>
          <a:xfrm>
            <a:off x="12057262" y="0"/>
            <a:ext cx="134738" cy="6858000"/>
          </a:xfrm>
          <a:prstGeom prst="rect">
            <a:avLst/>
          </a:prstGeom>
          <a:solidFill>
            <a:schemeClr val="accent3">
              <a:lumMod val="75000"/>
              <a:alpha val="8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400" err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01899207"/>
      </p:ext>
    </p:extLst>
  </p:cSld>
  <p:clrMapOvr>
    <a:masterClrMapping/>
  </p:clrMapOvr>
  <p:transition spd="slow"/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|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2EE48568-44D8-50E6-466E-547DF23D12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9775" y="4112613"/>
            <a:ext cx="11016574" cy="792000"/>
          </a:xfrm>
        </p:spPr>
        <p:txBody>
          <a:bodyPr anchor="b"/>
          <a:lstStyle>
            <a:lvl1pPr algn="l">
              <a:lnSpc>
                <a:spcPct val="100000"/>
              </a:lnSpc>
              <a:defRPr sz="2800" b="0"/>
            </a:lvl1pPr>
          </a:lstStyle>
          <a:p>
            <a:r>
              <a:rPr lang="zh-CN" altLang="en-US"/>
              <a:t>单击此处编辑母版标题样式</a:t>
            </a:r>
            <a:endParaRPr lang="de-DE" dirty="0"/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6B3C73EA-593C-22D6-FBA0-BA75DF7E870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29775" y="5192613"/>
            <a:ext cx="11016574" cy="864184"/>
          </a:xfrm>
        </p:spPr>
        <p:txBody>
          <a:bodyPr anchor="t"/>
          <a:lstStyle>
            <a:lvl1pPr marL="0" indent="0" algn="l">
              <a:spcBef>
                <a:spcPts val="0"/>
              </a:spcBef>
              <a:buNone/>
              <a:defRPr sz="1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Speaker </a:t>
            </a:r>
          </a:p>
          <a:p>
            <a:r>
              <a:rPr lang="en-US" dirty="0"/>
              <a:t>Month YYYY</a:t>
            </a:r>
          </a:p>
          <a:p>
            <a:r>
              <a:rPr lang="en-US" dirty="0"/>
              <a:t>Location / Channel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A049E87-352A-6A4D-872A-38E661BA5F8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9422" y="7088832"/>
            <a:ext cx="625478" cy="123111"/>
          </a:xfrm>
        </p:spPr>
        <p:txBody>
          <a:bodyPr/>
          <a:lstStyle/>
          <a:p>
            <a:fld id="{DE34F346-EDEE-46F4-87A8-8DAE070DB68A}" type="datetime6">
              <a:rPr lang="en-US"/>
              <a:pPr/>
              <a:t>May 26</a:t>
            </a:fld>
            <a:endParaRPr lang="en-US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B28419D-8FE8-7304-5834-21A35EE7F6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99424" y="7088832"/>
            <a:ext cx="7056248" cy="123111"/>
          </a:xfrm>
        </p:spPr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1929F9C-A534-7E25-A3D8-48191549BD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52583" y="7088832"/>
            <a:ext cx="360001" cy="123111"/>
          </a:xfrm>
        </p:spPr>
        <p:txBody>
          <a:bodyPr/>
          <a:lstStyle/>
          <a:p>
            <a:fld id="{42C4E3B7-B340-4E97-8B0E-D9BA7642178E}" type="slidenum">
              <a:rPr lang="de-DE"/>
              <a:t>‹#›</a:t>
            </a:fld>
            <a:endParaRPr lang="de-DE"/>
          </a:p>
        </p:txBody>
      </p:sp>
      <p:sp>
        <p:nvSpPr>
          <p:cNvPr id="9" name="Bildplatzhalter 8">
            <a:extLst>
              <a:ext uri="{FF2B5EF4-FFF2-40B4-BE49-F238E27FC236}">
                <a16:creationId xmlns:a16="http://schemas.microsoft.com/office/drawing/2014/main" id="{7EDF944B-DBF6-16A9-ACD1-78DB34F2C205}"/>
              </a:ext>
            </a:extLst>
          </p:cNvPr>
          <p:cNvSpPr>
            <a:spLocks noGrp="1"/>
          </p:cNvSpPr>
          <p:nvPr>
            <p:ph type="pic" sz="quarter" idx="13" hasCustomPrompt="1"/>
            <p:custDataLst>
              <p:tags r:id="rId1"/>
            </p:custDataLst>
          </p:nvPr>
        </p:nvSpPr>
        <p:spPr>
          <a:xfrm>
            <a:off x="0" y="836613"/>
            <a:ext cx="12192000" cy="2880001"/>
          </a:xfrm>
          <a:solidFill>
            <a:srgbClr val="E3E3E3"/>
          </a:solidFill>
        </p:spPr>
        <p:txBody>
          <a:bodyPr anchor="ctr"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r>
              <a:rPr lang="de-DE" dirty="0"/>
              <a:t>Click </a:t>
            </a:r>
            <a:r>
              <a:rPr lang="de-DE" dirty="0" err="1"/>
              <a:t>icon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add</a:t>
            </a:r>
            <a:r>
              <a:rPr lang="de-DE" dirty="0"/>
              <a:t> </a:t>
            </a:r>
            <a:r>
              <a:rPr lang="de-DE" dirty="0" err="1"/>
              <a:t>picture</a:t>
            </a:r>
            <a:endParaRPr lang="de-DE" dirty="0"/>
          </a:p>
        </p:txBody>
      </p:sp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91CE1CC6-6F06-D7E5-DCD8-450A164DA97F}"/>
              </a:ext>
            </a:extLst>
          </p:cNvPr>
          <p:cNvSpPr>
            <a:spLocks noGrp="1"/>
          </p:cNvSpPr>
          <p:nvPr>
            <p:ph type="body" sz="quarter" idx="14" hasCustomPrompt="1"/>
            <p:custDataLst>
              <p:tags r:id="rId2"/>
            </p:custDataLst>
          </p:nvPr>
        </p:nvSpPr>
        <p:spPr>
          <a:xfrm>
            <a:off x="629775" y="3590613"/>
            <a:ext cx="2106000" cy="234000"/>
          </a:xfrm>
          <a:solidFill>
            <a:srgbClr val="00893D"/>
          </a:solidFill>
        </p:spPr>
        <p:txBody>
          <a:bodyPr/>
          <a:lstStyle>
            <a:lvl1pPr>
              <a:defRPr sz="100">
                <a:solidFill>
                  <a:srgbClr val="00893D"/>
                </a:solidFill>
              </a:defRPr>
            </a:lvl1pPr>
          </a:lstStyle>
          <a:p>
            <a:pPr lvl="0"/>
            <a:r>
              <a:rPr lang="de-DE" dirty="0"/>
              <a:t>1</a:t>
            </a: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4F1F146A-4D91-744D-C68E-D304E010A6D5}"/>
              </a:ext>
            </a:extLst>
          </p:cNvPr>
          <p:cNvSpPr/>
          <p:nvPr/>
        </p:nvSpPr>
        <p:spPr>
          <a:xfrm>
            <a:off x="4440477" y="6457167"/>
            <a:ext cx="7272098" cy="25678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72000" rIns="54000" bIns="72000" rtlCol="0" anchor="ctr"/>
          <a:lstStyle/>
          <a:p>
            <a:pPr algn="ctr">
              <a:lnSpc>
                <a:spcPct val="120000"/>
              </a:lnSpc>
              <a:spcBef>
                <a:spcPts val="600"/>
              </a:spcBef>
            </a:pP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8D3AE564-D8A4-F38B-4C3B-35F2456F33BD}"/>
              </a:ext>
            </a:extLst>
          </p:cNvPr>
          <p:cNvSpPr/>
          <p:nvPr/>
        </p:nvSpPr>
        <p:spPr>
          <a:xfrm>
            <a:off x="4440477" y="6457167"/>
            <a:ext cx="7272098" cy="25678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72000" rIns="54000" bIns="72000" rtlCol="0" anchor="ctr"/>
          <a:lstStyle/>
          <a:p>
            <a:pPr algn="ctr">
              <a:lnSpc>
                <a:spcPct val="120000"/>
              </a:lnSpc>
              <a:spcBef>
                <a:spcPts val="600"/>
              </a:spcBef>
            </a:pPr>
            <a:endParaRPr lang="en-US" sz="1200" dirty="0">
              <a:solidFill>
                <a:schemeClr val="tx1"/>
              </a:solidFill>
            </a:endParaRP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D5B8CDE0-1C55-A692-641F-226CB56DF00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092526" y="6337101"/>
            <a:ext cx="1620000" cy="187524"/>
          </a:xfrm>
          <a:prstGeom prst="rect">
            <a:avLst/>
          </a:prstGeom>
        </p:spPr>
      </p:pic>
      <p:sp>
        <p:nvSpPr>
          <p:cNvPr id="13" name="MIO_AGENDA_IGNORE_CHAPTER_REFERENCE" hidden="1">
            <a:extLst>
              <a:ext uri="{FF2B5EF4-FFF2-40B4-BE49-F238E27FC236}">
                <a16:creationId xmlns:a16="http://schemas.microsoft.com/office/drawing/2014/main" id="{952B1B6F-E149-BD5D-9D2B-BA595168224B}"/>
              </a:ext>
            </a:extLst>
          </p:cNvPr>
          <p:cNvSpPr/>
          <p:nvPr/>
        </p:nvSpPr>
        <p:spPr>
          <a:xfrm>
            <a:off x="10722634" y="491706"/>
            <a:ext cx="776377" cy="664234"/>
          </a:xfrm>
          <a:prstGeom prst="rect">
            <a:avLst/>
          </a:prstGeom>
          <a:solidFill>
            <a:srgbClr val="EBEB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72000" rIns="54000" bIns="72000" rtlCol="0" anchor="ctr"/>
          <a:lstStyle/>
          <a:p>
            <a:pPr algn="ctr">
              <a:lnSpc>
                <a:spcPct val="120000"/>
              </a:lnSpc>
              <a:spcBef>
                <a:spcPts val="600"/>
              </a:spcBef>
            </a:pPr>
            <a:endParaRPr lang="de-DE" sz="1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403360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6="http://schemas.microsoft.com/office/drawing/2014/main" xmlns:asvg="http://schemas.microsoft.com/office/drawing/2016/SVG/main">
      <p:transition spd="med">
        <p:fade/>
      </p:transition>
    </mc:Fallback>
  </mc:AlternateContent>
  <p:hf hdr="0" ftr="0"/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| Squa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2EE48568-44D8-50E6-466E-547DF23D12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27666" y="3357000"/>
            <a:ext cx="3484911" cy="1193387"/>
          </a:xfrm>
        </p:spPr>
        <p:txBody>
          <a:bodyPr anchor="t"/>
          <a:lstStyle>
            <a:lvl1pPr algn="l">
              <a:lnSpc>
                <a:spcPct val="100000"/>
              </a:lnSpc>
              <a:defRPr sz="2800" b="0"/>
            </a:lvl1pPr>
          </a:lstStyle>
          <a:p>
            <a:r>
              <a:rPr lang="zh-CN" altLang="en-US"/>
              <a:t>单击此处编辑母版标题样式</a:t>
            </a:r>
            <a:endParaRPr lang="de-DE" dirty="0"/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6B3C73EA-593C-22D6-FBA0-BA75DF7E870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227666" y="4879910"/>
            <a:ext cx="3484909" cy="583090"/>
          </a:xfrm>
        </p:spPr>
        <p:txBody>
          <a:bodyPr bIns="144000" anchor="b"/>
          <a:lstStyle>
            <a:lvl1pPr marL="0" indent="0" algn="l">
              <a:spcBef>
                <a:spcPts val="0"/>
              </a:spcBef>
              <a:buNone/>
              <a:defRPr sz="1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Speaker / Month YYYY</a:t>
            </a:r>
          </a:p>
          <a:p>
            <a:r>
              <a:rPr lang="en-US" dirty="0"/>
              <a:t>Location / Channel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A049E87-352A-6A4D-872A-38E661BA5F8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9422" y="7088832"/>
            <a:ext cx="625478" cy="123111"/>
          </a:xfrm>
        </p:spPr>
        <p:txBody>
          <a:bodyPr/>
          <a:lstStyle/>
          <a:p>
            <a:fld id="{E8CB8A89-0542-4A81-B4BB-F53C9DD6B491}" type="datetime6">
              <a:rPr lang="en-US"/>
              <a:pPr/>
              <a:t>May 26</a:t>
            </a:fld>
            <a:endParaRPr lang="en-US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B28419D-8FE8-7304-5834-21A35EE7F6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99424" y="7088832"/>
            <a:ext cx="7056248" cy="123111"/>
          </a:xfrm>
        </p:spPr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1929F9C-A534-7E25-A3D8-48191549BD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52583" y="7088832"/>
            <a:ext cx="360001" cy="123111"/>
          </a:xfrm>
        </p:spPr>
        <p:txBody>
          <a:bodyPr/>
          <a:lstStyle/>
          <a:p>
            <a:fld id="{42C4E3B7-B340-4E97-8B0E-D9BA7642178E}" type="slidenum">
              <a:rPr lang="de-DE"/>
              <a:t>‹#›</a:t>
            </a:fld>
            <a:endParaRPr lang="de-DE"/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013EB81D-D70D-3D96-48AD-DF7B947B5D1D}"/>
              </a:ext>
            </a:extLst>
          </p:cNvPr>
          <p:cNvSpPr/>
          <p:nvPr/>
        </p:nvSpPr>
        <p:spPr>
          <a:xfrm>
            <a:off x="7751763" y="6457167"/>
            <a:ext cx="3960811" cy="25678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72000" rIns="54000" bIns="72000" rtlCol="0" anchor="ctr"/>
          <a:lstStyle/>
          <a:p>
            <a:pPr algn="ctr">
              <a:lnSpc>
                <a:spcPct val="120000"/>
              </a:lnSpc>
              <a:spcBef>
                <a:spcPts val="600"/>
              </a:spcBef>
            </a:pP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9" name="Bildplatzhalter 8">
            <a:extLst>
              <a:ext uri="{FF2B5EF4-FFF2-40B4-BE49-F238E27FC236}">
                <a16:creationId xmlns:a16="http://schemas.microsoft.com/office/drawing/2014/main" id="{7EDF944B-DBF6-16A9-ACD1-78DB34F2C20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-1577"/>
            <a:ext cx="7751764" cy="6858000"/>
          </a:xfrm>
          <a:solidFill>
            <a:srgbClr val="E3E3E3"/>
          </a:solidFill>
        </p:spPr>
        <p:txBody>
          <a:bodyPr anchor="ctr"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r>
              <a:rPr lang="de-DE" dirty="0"/>
              <a:t>Click </a:t>
            </a:r>
            <a:r>
              <a:rPr lang="de-DE" dirty="0" err="1"/>
              <a:t>icon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add</a:t>
            </a:r>
            <a:r>
              <a:rPr lang="de-DE" dirty="0"/>
              <a:t> </a:t>
            </a:r>
            <a:r>
              <a:rPr lang="de-DE" dirty="0" err="1"/>
              <a:t>picture</a:t>
            </a:r>
            <a:endParaRPr lang="de-DE" dirty="0"/>
          </a:p>
        </p:txBody>
      </p:sp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91CE1CC6-6F06-D7E5-DCD8-450A164DA97F}"/>
              </a:ext>
            </a:extLst>
          </p:cNvPr>
          <p:cNvSpPr>
            <a:spLocks noGrp="1"/>
          </p:cNvSpPr>
          <p:nvPr>
            <p:ph type="body" sz="quarter" idx="14" hasCustomPrompt="1"/>
            <p:custDataLst>
              <p:tags r:id="rId1"/>
            </p:custDataLst>
          </p:nvPr>
        </p:nvSpPr>
        <p:spPr>
          <a:xfrm>
            <a:off x="7633426" y="3357000"/>
            <a:ext cx="234000" cy="2106000"/>
          </a:xfrm>
          <a:solidFill>
            <a:srgbClr val="00893D"/>
          </a:solidFill>
        </p:spPr>
        <p:txBody>
          <a:bodyPr/>
          <a:lstStyle>
            <a:lvl1pPr>
              <a:defRPr sz="100">
                <a:solidFill>
                  <a:srgbClr val="00893D"/>
                </a:solidFill>
              </a:defRPr>
            </a:lvl1pPr>
          </a:lstStyle>
          <a:p>
            <a:pPr lvl="0"/>
            <a:r>
              <a:rPr lang="de-DE" dirty="0"/>
              <a:t>1</a:t>
            </a: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DAA0C0D3-C7D1-47AD-DEA6-A0A5EED92C98}"/>
              </a:ext>
            </a:extLst>
          </p:cNvPr>
          <p:cNvSpPr/>
          <p:nvPr/>
        </p:nvSpPr>
        <p:spPr>
          <a:xfrm>
            <a:off x="7751763" y="6457167"/>
            <a:ext cx="3960812" cy="25678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72000" rIns="54000" bIns="72000" rtlCol="0" anchor="ctr"/>
          <a:lstStyle/>
          <a:p>
            <a:pPr algn="ctr">
              <a:lnSpc>
                <a:spcPct val="120000"/>
              </a:lnSpc>
              <a:spcBef>
                <a:spcPts val="600"/>
              </a:spcBef>
            </a:pPr>
            <a:endParaRPr lang="en-US" sz="1200" dirty="0">
              <a:solidFill>
                <a:schemeClr val="tx1"/>
              </a:solidFill>
            </a:endParaRP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D5B8CDE0-1C55-A692-641F-226CB56DF00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92526" y="6337101"/>
            <a:ext cx="1620000" cy="187524"/>
          </a:xfrm>
          <a:prstGeom prst="rect">
            <a:avLst/>
          </a:prstGeom>
        </p:spPr>
      </p:pic>
      <p:sp>
        <p:nvSpPr>
          <p:cNvPr id="13" name="MIO_AGENDA_IGNORE_CHAPTER_REFERENCE" hidden="1">
            <a:extLst>
              <a:ext uri="{FF2B5EF4-FFF2-40B4-BE49-F238E27FC236}">
                <a16:creationId xmlns:a16="http://schemas.microsoft.com/office/drawing/2014/main" id="{6981DCB9-24B0-27F6-D959-DC9EF6AF73F2}"/>
              </a:ext>
            </a:extLst>
          </p:cNvPr>
          <p:cNvSpPr/>
          <p:nvPr/>
        </p:nvSpPr>
        <p:spPr>
          <a:xfrm>
            <a:off x="10722634" y="491706"/>
            <a:ext cx="776377" cy="664234"/>
          </a:xfrm>
          <a:prstGeom prst="rect">
            <a:avLst/>
          </a:prstGeom>
          <a:solidFill>
            <a:srgbClr val="EBEB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72000" rIns="54000" bIns="72000" rtlCol="0" anchor="ctr"/>
          <a:lstStyle/>
          <a:p>
            <a:pPr algn="ctr">
              <a:lnSpc>
                <a:spcPct val="120000"/>
              </a:lnSpc>
              <a:spcBef>
                <a:spcPts val="600"/>
              </a:spcBef>
            </a:pPr>
            <a:endParaRPr lang="de-DE" sz="1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248777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/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 |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Number">
            <a:extLst>
              <a:ext uri="{FF2B5EF4-FFF2-40B4-BE49-F238E27FC236}">
                <a16:creationId xmlns:a16="http://schemas.microsoft.com/office/drawing/2014/main" id="{4D7E2CD3-2954-CD10-B150-9D1B569E91C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0" y="1856660"/>
            <a:ext cx="12192000" cy="3934539"/>
          </a:xfrm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defRPr sz="70000" b="1">
                <a:solidFill>
                  <a:srgbClr val="C9DAD4"/>
                </a:solidFill>
                <a:latin typeface="Noto Sans Black" panose="020B0A02040504020204" pitchFamily="34" charset="0"/>
                <a:ea typeface="Noto Sans Black" panose="020B0A02040504020204" pitchFamily="34" charset="0"/>
                <a:cs typeface="Noto Sans Black" panose="020B0A02040504020204" pitchFamily="34" charset="0"/>
              </a:defRPr>
            </a:lvl1pPr>
            <a:lvl2pPr algn="r">
              <a:defRPr sz="70000"/>
            </a:lvl2pPr>
            <a:lvl3pPr algn="r">
              <a:defRPr sz="70000"/>
            </a:lvl3pPr>
            <a:lvl4pPr algn="r">
              <a:defRPr sz="70000"/>
            </a:lvl4pPr>
            <a:lvl5pPr algn="r">
              <a:defRPr sz="70000"/>
            </a:lvl5pPr>
          </a:lstStyle>
          <a:p>
            <a:pPr lvl="0"/>
            <a:r>
              <a:rPr lang="de-DE" dirty="0"/>
              <a:t>#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6023123F-7395-C3CA-E0AD-5051FCB9D0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04000" y="2787506"/>
            <a:ext cx="9629775" cy="1661993"/>
          </a:xfrm>
        </p:spPr>
        <p:txBody>
          <a:bodyPr/>
          <a:lstStyle>
            <a:lvl1pPr>
              <a:defRPr sz="5400">
                <a:solidFill>
                  <a:schemeClr val="dk2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de-DE" dirty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42139537-1D30-AEF7-E049-F4A9E5A25E4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9422" y="7115435"/>
            <a:ext cx="625478" cy="123111"/>
          </a:xfrm>
        </p:spPr>
        <p:txBody>
          <a:bodyPr/>
          <a:lstStyle/>
          <a:p>
            <a:fld id="{DD699392-F073-40C2-954D-8EFFBF1CFF31}" type="datetime6">
              <a:rPr lang="en-US"/>
              <a:pPr/>
              <a:t>May 26</a:t>
            </a:fld>
            <a:endParaRPr lang="en-US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6688713F-EE77-7EEF-7417-3D2FC4EC46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99424" y="7115435"/>
            <a:ext cx="7056248" cy="123111"/>
          </a:xfrm>
        </p:spPr>
        <p:txBody>
          <a:bodyPr/>
          <a:lstStyle/>
          <a:p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76C74595-52D4-CB11-2083-2D2339304D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52583" y="7115435"/>
            <a:ext cx="360001" cy="123111"/>
          </a:xfrm>
        </p:spPr>
        <p:txBody>
          <a:bodyPr/>
          <a:lstStyle/>
          <a:p>
            <a:fld id="{42C4E3B7-B340-4E97-8B0E-D9BA7642178E}" type="slidenum">
              <a:rPr lang="de-DE"/>
              <a:pPr/>
              <a:t>‹#›</a:t>
            </a:fld>
            <a:endParaRPr lang="de-DE"/>
          </a:p>
        </p:txBody>
      </p:sp>
      <p:sp>
        <p:nvSpPr>
          <p:cNvPr id="7" name="Topic">
            <a:extLst>
              <a:ext uri="{FF2B5EF4-FFF2-40B4-BE49-F238E27FC236}">
                <a16:creationId xmlns:a16="http://schemas.microsoft.com/office/drawing/2014/main" id="{5A09FEA6-3028-1D22-BBFA-F13C4ED1246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47799" y="1447800"/>
            <a:ext cx="5220000" cy="1242938"/>
          </a:xfrm>
        </p:spPr>
        <p:txBody>
          <a:bodyPr wrap="none" anchor="b"/>
          <a:lstStyle>
            <a:lvl1pPr>
              <a:defRPr sz="2400" b="1" cap="none" baseline="0">
                <a:solidFill>
                  <a:srgbClr val="A8A8A8"/>
                </a:solidFill>
              </a:defRPr>
            </a:lvl1pPr>
          </a:lstStyle>
          <a:p>
            <a:pPr lvl="0"/>
            <a:r>
              <a:rPr lang="de-DE" dirty="0"/>
              <a:t>Topic # (optional)</a:t>
            </a:r>
          </a:p>
        </p:txBody>
      </p:sp>
      <p:cxnSp>
        <p:nvCxnSpPr>
          <p:cNvPr id="8" name="Straight Connector 8">
            <a:extLst>
              <a:ext uri="{FF2B5EF4-FFF2-40B4-BE49-F238E27FC236}">
                <a16:creationId xmlns:a16="http://schemas.microsoft.com/office/drawing/2014/main" id="{90B497D3-40E6-112D-73AC-9B2A4FF2BBDF}"/>
              </a:ext>
            </a:extLst>
          </p:cNvPr>
          <p:cNvCxnSpPr>
            <a:cxnSpLocks/>
          </p:cNvCxnSpPr>
          <p:nvPr/>
        </p:nvCxnSpPr>
        <p:spPr bwMode="gray">
          <a:xfrm>
            <a:off x="0" y="2590800"/>
            <a:ext cx="1295400" cy="0"/>
          </a:xfrm>
          <a:prstGeom prst="line">
            <a:avLst/>
          </a:prstGeom>
          <a:ln w="19050" cap="flat" cmpd="sng" algn="ctr">
            <a:solidFill>
              <a:srgbClr val="95B7AB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8">
            <a:extLst>
              <a:ext uri="{FF2B5EF4-FFF2-40B4-BE49-F238E27FC236}">
                <a16:creationId xmlns:a16="http://schemas.microsoft.com/office/drawing/2014/main" id="{90FAA563-D514-492E-CB17-0EBF5636BFC7}"/>
              </a:ext>
            </a:extLst>
          </p:cNvPr>
          <p:cNvCxnSpPr>
            <a:cxnSpLocks/>
          </p:cNvCxnSpPr>
          <p:nvPr/>
        </p:nvCxnSpPr>
        <p:spPr bwMode="gray">
          <a:xfrm>
            <a:off x="0" y="2590800"/>
            <a:ext cx="1295400" cy="0"/>
          </a:xfrm>
          <a:prstGeom prst="line">
            <a:avLst/>
          </a:prstGeom>
          <a:ln w="19050" cap="flat" cmpd="sng" algn="ctr">
            <a:solidFill>
              <a:srgbClr val="95B7AB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MIO_AGENDA_IGNORE_CHAPTER_REFERENCE" hidden="1">
            <a:extLst>
              <a:ext uri="{FF2B5EF4-FFF2-40B4-BE49-F238E27FC236}">
                <a16:creationId xmlns:a16="http://schemas.microsoft.com/office/drawing/2014/main" id="{50B44409-99CD-4263-E4A7-C3D7CE59BCCC}"/>
              </a:ext>
            </a:extLst>
          </p:cNvPr>
          <p:cNvSpPr/>
          <p:nvPr/>
        </p:nvSpPr>
        <p:spPr>
          <a:xfrm>
            <a:off x="10722634" y="491706"/>
            <a:ext cx="776377" cy="664234"/>
          </a:xfrm>
          <a:prstGeom prst="rect">
            <a:avLst/>
          </a:prstGeom>
          <a:solidFill>
            <a:srgbClr val="EBEB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72000" rIns="54000" bIns="72000" rtlCol="0" anchor="ctr"/>
          <a:lstStyle/>
          <a:p>
            <a:pPr algn="ctr">
              <a:lnSpc>
                <a:spcPct val="120000"/>
              </a:lnSpc>
              <a:spcBef>
                <a:spcPts val="600"/>
              </a:spcBef>
            </a:pPr>
            <a:endParaRPr lang="de-DE" sz="1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813790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/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 | Carbon 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eck 5">
            <a:extLst>
              <a:ext uri="{FF2B5EF4-FFF2-40B4-BE49-F238E27FC236}">
                <a16:creationId xmlns:a16="http://schemas.microsoft.com/office/drawing/2014/main" id="{23716EB2-9025-C60D-8D22-073E2FFBFD23}"/>
              </a:ext>
            </a:extLst>
          </p:cNvPr>
          <p:cNvSpPr/>
          <p:nvPr/>
        </p:nvSpPr>
        <p:spPr bwMode="gray">
          <a:xfrm>
            <a:off x="0" y="0"/>
            <a:ext cx="12192000" cy="6858000"/>
          </a:xfrm>
          <a:prstGeom prst="rect">
            <a:avLst/>
          </a:prstGeom>
          <a:solidFill>
            <a:schemeClr val="lt2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n-US" sz="1400" b="0" i="0" u="none" baseline="0" dirty="0">
              <a:solidFill>
                <a:srgbClr val="000000"/>
              </a:solidFill>
              <a:latin typeface="Noto Sans" panose="020B0502040504020204" pitchFamily="34" charset="0"/>
            </a:endParaRPr>
          </a:p>
        </p:txBody>
      </p:sp>
      <p:sp>
        <p:nvSpPr>
          <p:cNvPr id="10" name="Number">
            <a:extLst>
              <a:ext uri="{FF2B5EF4-FFF2-40B4-BE49-F238E27FC236}">
                <a16:creationId xmlns:a16="http://schemas.microsoft.com/office/drawing/2014/main" id="{4D7E2CD3-2954-CD10-B150-9D1B569E91C0}"/>
              </a:ext>
            </a:extLst>
          </p:cNvPr>
          <p:cNvSpPr>
            <a:spLocks noGrp="1"/>
          </p:cNvSpPr>
          <p:nvPr>
            <p:ph type="body" sz="quarter" idx="14" hasCustomPrompt="1"/>
            <p:custDataLst>
              <p:tags r:id="rId1"/>
            </p:custDataLst>
          </p:nvPr>
        </p:nvSpPr>
        <p:spPr>
          <a:xfrm>
            <a:off x="0" y="1856660"/>
            <a:ext cx="12192000" cy="3934539"/>
          </a:xfrm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defRPr sz="70000" b="1">
                <a:solidFill>
                  <a:srgbClr val="B0C9C0"/>
                </a:solidFill>
                <a:latin typeface="Noto Sans Black" panose="020B0A02040504020204" pitchFamily="34" charset="0"/>
                <a:ea typeface="Noto Sans Black" panose="020B0A02040504020204" pitchFamily="34" charset="0"/>
                <a:cs typeface="Noto Sans Black" panose="020B0A02040504020204" pitchFamily="34" charset="0"/>
              </a:defRPr>
            </a:lvl1pPr>
            <a:lvl2pPr algn="r">
              <a:defRPr sz="70000"/>
            </a:lvl2pPr>
            <a:lvl3pPr algn="r">
              <a:defRPr sz="70000"/>
            </a:lvl3pPr>
            <a:lvl4pPr algn="r">
              <a:defRPr sz="70000"/>
            </a:lvl4pPr>
            <a:lvl5pPr algn="r">
              <a:defRPr sz="70000"/>
            </a:lvl5pPr>
          </a:lstStyle>
          <a:p>
            <a:pPr lvl="0"/>
            <a:r>
              <a:rPr lang="de-DE" dirty="0"/>
              <a:t>#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6023123F-7395-C3CA-E0AD-5051FCB9D0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04000" y="2787506"/>
            <a:ext cx="9629775" cy="1661993"/>
          </a:xfrm>
        </p:spPr>
        <p:txBody>
          <a:bodyPr/>
          <a:lstStyle>
            <a:lvl1pPr>
              <a:defRPr sz="5400">
                <a:solidFill>
                  <a:schemeClr val="dk2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de-DE" dirty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42139537-1D30-AEF7-E049-F4A9E5A25E4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9422" y="7115435"/>
            <a:ext cx="625478" cy="123111"/>
          </a:xfrm>
        </p:spPr>
        <p:txBody>
          <a:bodyPr/>
          <a:lstStyle/>
          <a:p>
            <a:fld id="{4C3235C5-0058-4E38-B52B-76B44F4B9CE6}" type="datetime6">
              <a:rPr lang="en-US"/>
              <a:pPr/>
              <a:t>May 26</a:t>
            </a:fld>
            <a:endParaRPr lang="en-US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6688713F-EE77-7EEF-7417-3D2FC4EC46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99424" y="7115435"/>
            <a:ext cx="7056248" cy="123111"/>
          </a:xfrm>
        </p:spPr>
        <p:txBody>
          <a:bodyPr/>
          <a:lstStyle/>
          <a:p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76C74595-52D4-CB11-2083-2D2339304D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52583" y="7115435"/>
            <a:ext cx="360001" cy="123111"/>
          </a:xfrm>
        </p:spPr>
        <p:txBody>
          <a:bodyPr/>
          <a:lstStyle/>
          <a:p>
            <a:fld id="{42C4E3B7-B340-4E97-8B0E-D9BA7642178E}" type="slidenum">
              <a:rPr lang="de-DE"/>
              <a:pPr/>
              <a:t>‹#›</a:t>
            </a:fld>
            <a:endParaRPr lang="de-DE"/>
          </a:p>
        </p:txBody>
      </p:sp>
      <p:sp>
        <p:nvSpPr>
          <p:cNvPr id="7" name="Topic">
            <a:extLst>
              <a:ext uri="{FF2B5EF4-FFF2-40B4-BE49-F238E27FC236}">
                <a16:creationId xmlns:a16="http://schemas.microsoft.com/office/drawing/2014/main" id="{5A09FEA6-3028-1D22-BBFA-F13C4ED1246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47800" y="1447800"/>
            <a:ext cx="5220000" cy="1242938"/>
          </a:xfrm>
        </p:spPr>
        <p:txBody>
          <a:bodyPr wrap="none" anchor="b"/>
          <a:lstStyle>
            <a:lvl1pPr>
              <a:defRPr sz="2400" b="1" cap="none" baseline="0">
                <a:solidFill>
                  <a:srgbClr val="A8A8A8"/>
                </a:solidFill>
              </a:defRPr>
            </a:lvl1pPr>
          </a:lstStyle>
          <a:p>
            <a:pPr lvl="0"/>
            <a:r>
              <a:rPr lang="de-DE" dirty="0"/>
              <a:t>Topic # (optional)</a:t>
            </a:r>
          </a:p>
        </p:txBody>
      </p:sp>
      <p:cxnSp>
        <p:nvCxnSpPr>
          <p:cNvPr id="8" name="Straight Connector 8">
            <a:extLst>
              <a:ext uri="{FF2B5EF4-FFF2-40B4-BE49-F238E27FC236}">
                <a16:creationId xmlns:a16="http://schemas.microsoft.com/office/drawing/2014/main" id="{90B497D3-40E6-112D-73AC-9B2A4FF2BBDF}"/>
              </a:ext>
            </a:extLst>
          </p:cNvPr>
          <p:cNvCxnSpPr>
            <a:cxnSpLocks/>
          </p:cNvCxnSpPr>
          <p:nvPr/>
        </p:nvCxnSpPr>
        <p:spPr bwMode="gray">
          <a:xfrm>
            <a:off x="0" y="2590800"/>
            <a:ext cx="1295400" cy="0"/>
          </a:xfrm>
          <a:prstGeom prst="line">
            <a:avLst/>
          </a:prstGeom>
          <a:ln w="19050">
            <a:solidFill>
              <a:srgbClr val="61968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8">
            <a:extLst>
              <a:ext uri="{FF2B5EF4-FFF2-40B4-BE49-F238E27FC236}">
                <a16:creationId xmlns:a16="http://schemas.microsoft.com/office/drawing/2014/main" id="{E607342D-0C7B-8520-0879-637463872D8C}"/>
              </a:ext>
            </a:extLst>
          </p:cNvPr>
          <p:cNvCxnSpPr>
            <a:cxnSpLocks/>
          </p:cNvCxnSpPr>
          <p:nvPr/>
        </p:nvCxnSpPr>
        <p:spPr bwMode="gray">
          <a:xfrm>
            <a:off x="0" y="2590800"/>
            <a:ext cx="1295400" cy="0"/>
          </a:xfrm>
          <a:prstGeom prst="line">
            <a:avLst/>
          </a:prstGeom>
          <a:ln w="19050">
            <a:solidFill>
              <a:srgbClr val="95B7A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MIO_AGENDA_IGNORE_CHAPTER_REFERENCE" hidden="1">
            <a:extLst>
              <a:ext uri="{FF2B5EF4-FFF2-40B4-BE49-F238E27FC236}">
                <a16:creationId xmlns:a16="http://schemas.microsoft.com/office/drawing/2014/main" id="{87CE385E-BE30-6D63-24AB-F7CD8088B822}"/>
              </a:ext>
            </a:extLst>
          </p:cNvPr>
          <p:cNvSpPr/>
          <p:nvPr/>
        </p:nvSpPr>
        <p:spPr>
          <a:xfrm>
            <a:off x="10722634" y="491706"/>
            <a:ext cx="776377" cy="664234"/>
          </a:xfrm>
          <a:prstGeom prst="rect">
            <a:avLst/>
          </a:prstGeom>
          <a:solidFill>
            <a:srgbClr val="EBEB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72000" rIns="54000" bIns="72000" rtlCol="0" anchor="ctr"/>
          <a:lstStyle/>
          <a:p>
            <a:pPr algn="ctr">
              <a:lnSpc>
                <a:spcPct val="120000"/>
              </a:lnSpc>
              <a:spcBef>
                <a:spcPts val="600"/>
              </a:spcBef>
            </a:pPr>
            <a:endParaRPr lang="de-DE" sz="1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377952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/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ub-Section Header | Carbon 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eck 5">
            <a:extLst>
              <a:ext uri="{FF2B5EF4-FFF2-40B4-BE49-F238E27FC236}">
                <a16:creationId xmlns:a16="http://schemas.microsoft.com/office/drawing/2014/main" id="{23716EB2-9025-C60D-8D22-073E2FFBFD23}"/>
              </a:ext>
            </a:extLst>
          </p:cNvPr>
          <p:cNvSpPr/>
          <p:nvPr/>
        </p:nvSpPr>
        <p:spPr bwMode="gray">
          <a:xfrm>
            <a:off x="0" y="0"/>
            <a:ext cx="12192000" cy="6858000"/>
          </a:xfrm>
          <a:prstGeom prst="rect">
            <a:avLst/>
          </a:prstGeom>
          <a:solidFill>
            <a:schemeClr val="lt2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n-US" sz="1400" b="0" i="0" u="none" baseline="0" dirty="0">
              <a:solidFill>
                <a:srgbClr val="000000"/>
              </a:solidFill>
              <a:latin typeface="Noto Sans" panose="020B0502040504020204" pitchFamily="34" charset="0"/>
            </a:endParaRPr>
          </a:p>
        </p:txBody>
      </p:sp>
      <p:sp>
        <p:nvSpPr>
          <p:cNvPr id="12" name="Number">
            <a:extLst>
              <a:ext uri="{FF2B5EF4-FFF2-40B4-BE49-F238E27FC236}">
                <a16:creationId xmlns:a16="http://schemas.microsoft.com/office/drawing/2014/main" id="{94BFC9A3-C93C-90E9-D177-AA22DCFD0B7D}"/>
              </a:ext>
            </a:extLst>
          </p:cNvPr>
          <p:cNvSpPr>
            <a:spLocks noGrp="1"/>
          </p:cNvSpPr>
          <p:nvPr>
            <p:ph type="body" sz="quarter" idx="14" hasCustomPrompt="1"/>
            <p:custDataLst>
              <p:tags r:id="rId1"/>
            </p:custDataLst>
          </p:nvPr>
        </p:nvSpPr>
        <p:spPr>
          <a:xfrm>
            <a:off x="3848993" y="6182049"/>
            <a:ext cx="8343007" cy="1666418"/>
          </a:xfrm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defRPr sz="30000" b="1">
                <a:solidFill>
                  <a:srgbClr val="B0C9C0"/>
                </a:solidFill>
                <a:latin typeface="Noto Sans Black" panose="020B0A02040504020204" pitchFamily="34" charset="0"/>
                <a:ea typeface="Noto Sans Black" panose="020B0A02040504020204" pitchFamily="34" charset="0"/>
                <a:cs typeface="Noto Sans Black" panose="020B0A02040504020204" pitchFamily="34" charset="0"/>
              </a:defRPr>
            </a:lvl1pPr>
            <a:lvl2pPr algn="r">
              <a:defRPr sz="70000"/>
            </a:lvl2pPr>
            <a:lvl3pPr algn="r">
              <a:defRPr sz="70000"/>
            </a:lvl3pPr>
            <a:lvl4pPr algn="r">
              <a:defRPr sz="70000"/>
            </a:lvl4pPr>
            <a:lvl5pPr algn="r">
              <a:defRPr sz="70000"/>
            </a:lvl5pPr>
          </a:lstStyle>
          <a:p>
            <a:pPr lvl="0"/>
            <a:r>
              <a:rPr lang="de-DE" dirty="0"/>
              <a:t>#.#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6023123F-7395-C3CA-E0AD-5051FCB9D0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04000" y="2787506"/>
            <a:ext cx="9629775" cy="1661993"/>
          </a:xfrm>
        </p:spPr>
        <p:txBody>
          <a:bodyPr/>
          <a:lstStyle>
            <a:lvl1pPr>
              <a:defRPr sz="5400">
                <a:solidFill>
                  <a:schemeClr val="dk2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de-DE" dirty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42139537-1D30-AEF7-E049-F4A9E5A25E4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9422" y="7115435"/>
            <a:ext cx="625478" cy="123111"/>
          </a:xfrm>
        </p:spPr>
        <p:txBody>
          <a:bodyPr/>
          <a:lstStyle/>
          <a:p>
            <a:fld id="{285656AF-3987-49F2-9FED-5A893C1FEC2D}" type="datetime6">
              <a:rPr lang="en-US"/>
              <a:pPr/>
              <a:t>May 26</a:t>
            </a:fld>
            <a:endParaRPr lang="en-US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6688713F-EE77-7EEF-7417-3D2FC4EC46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99424" y="7115435"/>
            <a:ext cx="7056248" cy="123111"/>
          </a:xfrm>
        </p:spPr>
        <p:txBody>
          <a:bodyPr/>
          <a:lstStyle/>
          <a:p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76C74595-52D4-CB11-2083-2D2339304D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52583" y="7115435"/>
            <a:ext cx="360001" cy="123111"/>
          </a:xfrm>
        </p:spPr>
        <p:txBody>
          <a:bodyPr/>
          <a:lstStyle/>
          <a:p>
            <a:fld id="{42C4E3B7-B340-4E97-8B0E-D9BA7642178E}" type="slidenum">
              <a:rPr lang="de-DE"/>
              <a:pPr/>
              <a:t>‹#›</a:t>
            </a:fld>
            <a:endParaRPr lang="de-DE"/>
          </a:p>
        </p:txBody>
      </p:sp>
      <p:sp>
        <p:nvSpPr>
          <p:cNvPr id="7" name="Topic">
            <a:extLst>
              <a:ext uri="{FF2B5EF4-FFF2-40B4-BE49-F238E27FC236}">
                <a16:creationId xmlns:a16="http://schemas.microsoft.com/office/drawing/2014/main" id="{5A09FEA6-3028-1D22-BBFA-F13C4ED1246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47800" y="1447800"/>
            <a:ext cx="5220000" cy="1242938"/>
          </a:xfrm>
        </p:spPr>
        <p:txBody>
          <a:bodyPr wrap="none" anchor="b"/>
          <a:lstStyle>
            <a:lvl1pPr>
              <a:defRPr sz="2400" b="1" cap="none" baseline="0">
                <a:solidFill>
                  <a:srgbClr val="A8A8A8"/>
                </a:solidFill>
              </a:defRPr>
            </a:lvl1pPr>
          </a:lstStyle>
          <a:p>
            <a:pPr lvl="0"/>
            <a:r>
              <a:rPr lang="de-DE" dirty="0"/>
              <a:t>Topic # (optional)</a:t>
            </a:r>
          </a:p>
        </p:txBody>
      </p:sp>
      <p:cxnSp>
        <p:nvCxnSpPr>
          <p:cNvPr id="8" name="Straight Connector 8">
            <a:extLst>
              <a:ext uri="{FF2B5EF4-FFF2-40B4-BE49-F238E27FC236}">
                <a16:creationId xmlns:a16="http://schemas.microsoft.com/office/drawing/2014/main" id="{90B497D3-40E6-112D-73AC-9B2A4FF2BBDF}"/>
              </a:ext>
            </a:extLst>
          </p:cNvPr>
          <p:cNvCxnSpPr>
            <a:cxnSpLocks/>
          </p:cNvCxnSpPr>
          <p:nvPr/>
        </p:nvCxnSpPr>
        <p:spPr bwMode="gray">
          <a:xfrm>
            <a:off x="0" y="2590800"/>
            <a:ext cx="1295400" cy="0"/>
          </a:xfrm>
          <a:prstGeom prst="line">
            <a:avLst/>
          </a:prstGeom>
          <a:ln w="19050" cap="flat" cmpd="sng" algn="ctr">
            <a:solidFill>
              <a:srgbClr val="95B7AB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8">
            <a:extLst>
              <a:ext uri="{FF2B5EF4-FFF2-40B4-BE49-F238E27FC236}">
                <a16:creationId xmlns:a16="http://schemas.microsoft.com/office/drawing/2014/main" id="{E607342D-0C7B-8520-0879-637463872D8C}"/>
              </a:ext>
            </a:extLst>
          </p:cNvPr>
          <p:cNvCxnSpPr>
            <a:cxnSpLocks/>
          </p:cNvCxnSpPr>
          <p:nvPr/>
        </p:nvCxnSpPr>
        <p:spPr bwMode="gray">
          <a:xfrm>
            <a:off x="0" y="2590800"/>
            <a:ext cx="1295400" cy="0"/>
          </a:xfrm>
          <a:prstGeom prst="line">
            <a:avLst/>
          </a:prstGeom>
          <a:ln w="19050" cap="flat" cmpd="sng" algn="ctr">
            <a:solidFill>
              <a:srgbClr val="95B7AB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MIO_AGENDA_IGNORE_CHAPTER_REFERENCE" hidden="1">
            <a:extLst>
              <a:ext uri="{FF2B5EF4-FFF2-40B4-BE49-F238E27FC236}">
                <a16:creationId xmlns:a16="http://schemas.microsoft.com/office/drawing/2014/main" id="{87CE385E-BE30-6D63-24AB-F7CD8088B822}"/>
              </a:ext>
            </a:extLst>
          </p:cNvPr>
          <p:cNvSpPr/>
          <p:nvPr/>
        </p:nvSpPr>
        <p:spPr>
          <a:xfrm>
            <a:off x="10722634" y="491706"/>
            <a:ext cx="776377" cy="664234"/>
          </a:xfrm>
          <a:prstGeom prst="rect">
            <a:avLst/>
          </a:prstGeom>
          <a:solidFill>
            <a:srgbClr val="EBEB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72000" rIns="54000" bIns="72000" rtlCol="0" anchor="ctr"/>
          <a:lstStyle/>
          <a:p>
            <a:pPr algn="ctr">
              <a:lnSpc>
                <a:spcPct val="120000"/>
              </a:lnSpc>
              <a:spcBef>
                <a:spcPts val="600"/>
              </a:spcBef>
            </a:pPr>
            <a:endParaRPr lang="de-DE" sz="1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649054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/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DCC3346A-DE07-7BFF-EEC9-FFA259A0A0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8D9F1C-8898-40F8-BC06-5A01288432EF}" type="datetime6">
              <a:rPr lang="en-US"/>
              <a:pPr/>
              <a:t>May 26</a:t>
            </a:fld>
            <a:endParaRPr lang="en-US" dirty="0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DB86A55F-21D9-168D-92F2-91A935A411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D263661-E5FB-09ED-FE17-C777F76DC2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C4E3B7-B340-4E97-8B0E-D9BA7642178E}" type="slidenum">
              <a:rPr lang="de-DE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40143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/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Just Headline |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818A2D4D-3EBD-ACEB-DE33-22542A0BA2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de-DE" dirty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E082BEC0-E5EA-63F2-DBE4-6BC4FA9CD8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69DC90-D1D4-493C-9CCE-A845BBDC1E1C}" type="datetime6">
              <a:rPr lang="en-US"/>
              <a:pPr/>
              <a:t>May 26</a:t>
            </a:fld>
            <a:endParaRPr lang="en-US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83311B00-3E3E-6CE6-0822-36154CC6B5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80556E01-27D2-C56C-4B02-3C76BD3BD4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C4E3B7-B340-4E97-8B0E-D9BA7642178E}" type="slidenum">
              <a:rPr lang="de-DE"/>
              <a:t>‹#›</a:t>
            </a:fld>
            <a:endParaRPr lang="de-DE"/>
          </a:p>
        </p:txBody>
      </p:sp>
      <p:sp>
        <p:nvSpPr>
          <p:cNvPr id="7" name="MIO_CONVERT_SLIDES_SUBTITLE">
            <a:extLst>
              <a:ext uri="{FF2B5EF4-FFF2-40B4-BE49-F238E27FC236}">
                <a16:creationId xmlns:a16="http://schemas.microsoft.com/office/drawing/2014/main" id="{68382814-9A79-F736-ADBE-7FE811FDAD5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9375" y="476024"/>
            <a:ext cx="8928625" cy="115416"/>
          </a:xfrm>
        </p:spPr>
        <p:txBody>
          <a:bodyPr/>
          <a:lstStyle>
            <a:lvl1pPr>
              <a:defRPr sz="800" cap="all" spc="300" baseline="0">
                <a:solidFill>
                  <a:srgbClr val="878787"/>
                </a:solidFill>
              </a:defRPr>
            </a:lvl1pPr>
          </a:lstStyle>
          <a:p>
            <a:r>
              <a:rPr lang="en-US" dirty="0"/>
              <a:t>Topline usually Topic</a:t>
            </a:r>
          </a:p>
        </p:txBody>
      </p:sp>
      <p:sp>
        <p:nvSpPr>
          <p:cNvPr id="6" name="Textplatzhalter 10">
            <a:extLst>
              <a:ext uri="{FF2B5EF4-FFF2-40B4-BE49-F238E27FC236}">
                <a16:creationId xmlns:a16="http://schemas.microsoft.com/office/drawing/2014/main" id="{20336019-F854-364F-9FAC-6BBFF9F1CE2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79424" y="6166800"/>
            <a:ext cx="11232000" cy="250341"/>
          </a:xfrm>
        </p:spPr>
        <p:txBody>
          <a:bodyPr anchor="b"/>
          <a:lstStyle>
            <a:lvl1pPr>
              <a:lnSpc>
                <a:spcPct val="100000"/>
              </a:lnSpc>
              <a:spcBef>
                <a:spcPts val="0"/>
              </a:spcBef>
              <a:defRPr sz="800">
                <a:solidFill>
                  <a:srgbClr val="878787"/>
                </a:solidFill>
              </a:defRPr>
            </a:lvl1pPr>
          </a:lstStyle>
          <a:p>
            <a:pPr lvl="0"/>
            <a:r>
              <a:rPr lang="en-US" dirty="0"/>
              <a:t>¹ Insert footnotes for additional information here | ² Insert footnotes for additional information here | ³ Insert footnotes for additional information here | …</a:t>
            </a:r>
          </a:p>
        </p:txBody>
      </p:sp>
    </p:spTree>
    <p:extLst>
      <p:ext uri="{BB962C8B-B14F-4D97-AF65-F5344CB8AC3E}">
        <p14:creationId xmlns:p14="http://schemas.microsoft.com/office/powerpoint/2010/main" val="12766493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6="http://schemas.microsoft.com/office/drawing/2014/main" xmlns:p15="http://schemas.microsoft.com/office/powerpoint/2012/main">
      <p:transition spd="med">
        <p:fade/>
      </p:transition>
    </mc:Fallback>
  </mc:AlternateContent>
  <p:hf hdr="0" ftr="0"/>
  <p:extLst>
    <p:ext uri="{DCECCB84-F9BA-43D5-87BE-67443E8EF086}">
      <p15:sldGuideLst xmlns:p15="http://schemas.microsoft.com/office/powerpoint/2012/main">
        <p15:guide id="1" orient="horz" pos="3884">
          <p15:clr>
            <a:srgbClr val="FBAE40"/>
          </p15:clr>
        </p15:guide>
      </p15:sldGuideLst>
    </p:ext>
  </p:extLs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ne Content |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AF92A341-AE59-7317-A60B-4FE47E5C35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de-DE" dirty="0"/>
          </a:p>
        </p:txBody>
      </p:sp>
      <p:sp>
        <p:nvSpPr>
          <p:cNvPr id="3" name="Content">
            <a:extLst>
              <a:ext uri="{FF2B5EF4-FFF2-40B4-BE49-F238E27FC236}">
                <a16:creationId xmlns:a16="http://schemas.microsoft.com/office/drawing/2014/main" id="{9A3494C0-7E36-FAB6-E218-DAF4BB149B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9375" y="1340580"/>
            <a:ext cx="11233150" cy="4824807"/>
          </a:xfrm>
        </p:spPr>
        <p:txBody>
          <a:bodyPr/>
          <a:lstStyle>
            <a:lvl3pPr marL="345600" indent="-172800"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45600" indent="-172800">
              <a:defRPr/>
            </a:lvl4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de-DE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A996FCF-A197-698E-1118-3E15F5D6AB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C4E1F-1EB3-4163-BAA2-AFDD252B3BA7}" type="datetime6">
              <a:rPr lang="en-US"/>
              <a:pPr/>
              <a:t>May 26</a:t>
            </a:fld>
            <a:endParaRPr lang="en-US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39DFE71-560B-093C-2FB0-B95024DDA2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4D1182C-8D76-C30C-69B3-7CBA4DBC0B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C4E3B7-B340-4E97-8B0E-D9BA7642178E}" type="slidenum">
              <a:rPr lang="de-DE"/>
              <a:t>‹#›</a:t>
            </a:fld>
            <a:endParaRPr lang="de-DE"/>
          </a:p>
        </p:txBody>
      </p:sp>
      <p:sp>
        <p:nvSpPr>
          <p:cNvPr id="7" name="MIO_CONVERT_SLIDES_SUBTITLE">
            <a:extLst>
              <a:ext uri="{FF2B5EF4-FFF2-40B4-BE49-F238E27FC236}">
                <a16:creationId xmlns:a16="http://schemas.microsoft.com/office/drawing/2014/main" id="{7B9A43E5-A6DF-A714-B73D-13508E8D43C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9375" y="476024"/>
            <a:ext cx="8928625" cy="115416"/>
          </a:xfrm>
        </p:spPr>
        <p:txBody>
          <a:bodyPr/>
          <a:lstStyle>
            <a:lvl1pPr>
              <a:defRPr sz="800" cap="all" spc="300" baseline="0">
                <a:solidFill>
                  <a:srgbClr val="878787"/>
                </a:solidFill>
              </a:defRPr>
            </a:lvl1pPr>
          </a:lstStyle>
          <a:p>
            <a:r>
              <a:rPr lang="en-US" dirty="0"/>
              <a:t>Topline usually Topic</a:t>
            </a:r>
          </a:p>
        </p:txBody>
      </p:sp>
      <p:sp>
        <p:nvSpPr>
          <p:cNvPr id="8" name="Footnote">
            <a:extLst>
              <a:ext uri="{FF2B5EF4-FFF2-40B4-BE49-F238E27FC236}">
                <a16:creationId xmlns:a16="http://schemas.microsoft.com/office/drawing/2014/main" id="{F73C92D8-6448-1167-A8D1-296E0724120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79425" y="6165850"/>
            <a:ext cx="11232000" cy="250341"/>
          </a:xfrm>
        </p:spPr>
        <p:txBody>
          <a:bodyPr anchor="b"/>
          <a:lstStyle>
            <a:lvl1pPr>
              <a:lnSpc>
                <a:spcPct val="100000"/>
              </a:lnSpc>
              <a:spcBef>
                <a:spcPts val="0"/>
              </a:spcBef>
              <a:defRPr sz="800">
                <a:solidFill>
                  <a:srgbClr val="878787"/>
                </a:solidFill>
              </a:defRPr>
            </a:lvl1pPr>
          </a:lstStyle>
          <a:p>
            <a:pPr lvl="0"/>
            <a:r>
              <a:rPr lang="en-US" dirty="0"/>
              <a:t>¹ Insert footnotes for additional information here | ² Insert footnotes for additional information here | ³ Insert footnotes for additional information here | …</a:t>
            </a:r>
          </a:p>
        </p:txBody>
      </p:sp>
    </p:spTree>
    <p:extLst>
      <p:ext uri="{BB962C8B-B14F-4D97-AF65-F5344CB8AC3E}">
        <p14:creationId xmlns:p14="http://schemas.microsoft.com/office/powerpoint/2010/main" val="26134983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p15="http://schemas.microsoft.com/office/powerpoint/2012/main" xmlns:a16="http://schemas.microsoft.com/office/drawing/2014/main">
      <p:transition spd="med">
        <p:fade/>
      </p:transition>
    </mc:Fallback>
  </mc:AlternateContent>
  <p:hf hdr="0" ftr="0"/>
  <p:extLst>
    <p:ext uri="{DCECCB84-F9BA-43D5-87BE-67443E8EF086}">
      <p15:sldGuideLst xmlns:p15="http://schemas.microsoft.com/office/powerpoint/2012/main">
        <p15:guide id="1" orient="horz" pos="3884">
          <p15:clr>
            <a:srgbClr val="FBAE40"/>
          </p15:clr>
        </p15:guide>
      </p15:sldGuideLst>
    </p:ext>
  </p:extLs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s |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E3C8A6BB-D48F-D011-12B9-1E74E47FFC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de-DE" dirty="0"/>
          </a:p>
        </p:txBody>
      </p:sp>
      <p:sp>
        <p:nvSpPr>
          <p:cNvPr id="3" name="Content left">
            <a:extLst>
              <a:ext uri="{FF2B5EF4-FFF2-40B4-BE49-F238E27FC236}">
                <a16:creationId xmlns:a16="http://schemas.microsoft.com/office/drawing/2014/main" id="{CE7E2B4F-24AA-8198-5CCB-D00C6A6FAC2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79375" y="1340580"/>
            <a:ext cx="5545138" cy="482480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de-DE" dirty="0"/>
          </a:p>
        </p:txBody>
      </p:sp>
      <p:sp>
        <p:nvSpPr>
          <p:cNvPr id="4" name="Content right">
            <a:extLst>
              <a:ext uri="{FF2B5EF4-FFF2-40B4-BE49-F238E27FC236}">
                <a16:creationId xmlns:a16="http://schemas.microsoft.com/office/drawing/2014/main" id="{84C85A17-75E6-CB78-AEB7-60BB1331E1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67439" y="1340580"/>
            <a:ext cx="5545138" cy="482480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de-DE" dirty="0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1927E9A5-F45D-B3F9-6B6D-B1836B0D0B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22F6D-B9FB-4ACA-85E6-E992AE8A769C}" type="datetime6">
              <a:rPr lang="en-US"/>
              <a:pPr/>
              <a:t>May 26</a:t>
            </a:fld>
            <a:endParaRPr lang="en-US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76334B6C-5ED6-2A6D-D9F6-283BB3B11E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0F559D9-4ECA-D578-8A99-D207A88F07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C4E3B7-B340-4E97-8B0E-D9BA7642178E}" type="slidenum">
              <a:rPr lang="de-DE"/>
              <a:t>‹#›</a:t>
            </a:fld>
            <a:endParaRPr lang="de-DE"/>
          </a:p>
        </p:txBody>
      </p:sp>
      <p:sp>
        <p:nvSpPr>
          <p:cNvPr id="8" name="MIO_CONVERT_SLIDES_SUBTITLE">
            <a:extLst>
              <a:ext uri="{FF2B5EF4-FFF2-40B4-BE49-F238E27FC236}">
                <a16:creationId xmlns:a16="http://schemas.microsoft.com/office/drawing/2014/main" id="{C5ACA44A-1380-E897-F955-D469738121C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9375" y="476024"/>
            <a:ext cx="8928625" cy="115416"/>
          </a:xfrm>
        </p:spPr>
        <p:txBody>
          <a:bodyPr/>
          <a:lstStyle>
            <a:lvl1pPr>
              <a:defRPr sz="800" cap="all" spc="300" baseline="0">
                <a:solidFill>
                  <a:srgbClr val="878787"/>
                </a:solidFill>
              </a:defRPr>
            </a:lvl1pPr>
          </a:lstStyle>
          <a:p>
            <a:r>
              <a:rPr lang="en-US" dirty="0"/>
              <a:t>Topline usually Topic</a:t>
            </a:r>
          </a:p>
        </p:txBody>
      </p:sp>
      <p:sp>
        <p:nvSpPr>
          <p:cNvPr id="9" name="Footnote">
            <a:extLst>
              <a:ext uri="{FF2B5EF4-FFF2-40B4-BE49-F238E27FC236}">
                <a16:creationId xmlns:a16="http://schemas.microsoft.com/office/drawing/2014/main" id="{A858F8A0-E7D7-C182-EC89-229FFDC2097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79424" y="6166800"/>
            <a:ext cx="11232000" cy="250341"/>
          </a:xfrm>
        </p:spPr>
        <p:txBody>
          <a:bodyPr anchor="b"/>
          <a:lstStyle>
            <a:lvl1pPr>
              <a:lnSpc>
                <a:spcPct val="100000"/>
              </a:lnSpc>
              <a:spcBef>
                <a:spcPts val="0"/>
              </a:spcBef>
              <a:defRPr sz="800">
                <a:solidFill>
                  <a:srgbClr val="878787"/>
                </a:solidFill>
              </a:defRPr>
            </a:lvl1pPr>
          </a:lstStyle>
          <a:p>
            <a:pPr lvl="0"/>
            <a:r>
              <a:rPr lang="en-US" dirty="0"/>
              <a:t>¹ Insert footnotes for additional information here | ² Insert footnotes for additional information here | ³ Insert footnotes for additional information here | …</a:t>
            </a:r>
          </a:p>
        </p:txBody>
      </p:sp>
    </p:spTree>
    <p:extLst>
      <p:ext uri="{BB962C8B-B14F-4D97-AF65-F5344CB8AC3E}">
        <p14:creationId xmlns:p14="http://schemas.microsoft.com/office/powerpoint/2010/main" val="2168180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/>
  <p:extLst>
    <p:ext uri="{DCECCB84-F9BA-43D5-87BE-67443E8EF086}">
      <p15:sldGuideLst xmlns:p15="http://schemas.microsoft.com/office/powerpoint/2012/main">
        <p15:guide id="3" pos="3795">
          <p15:clr>
            <a:srgbClr val="FBAE40"/>
          </p15:clr>
        </p15:guide>
        <p15:guide id="4" pos="3885">
          <p15:clr>
            <a:srgbClr val="FBAE40"/>
          </p15:clr>
        </p15:guide>
        <p15:guide id="5" orient="horz" pos="3884">
          <p15:clr>
            <a:srgbClr val="FBAE40"/>
          </p15:clr>
        </p15:guide>
      </p15:sldGuideLst>
    </p:ext>
  </p:extLs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Contents |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E3C8A6BB-D48F-D011-12B9-1E74E47FFC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de-DE" dirty="0"/>
          </a:p>
        </p:txBody>
      </p:sp>
      <p:sp>
        <p:nvSpPr>
          <p:cNvPr id="3" name="Content left">
            <a:extLst>
              <a:ext uri="{FF2B5EF4-FFF2-40B4-BE49-F238E27FC236}">
                <a16:creationId xmlns:a16="http://schemas.microsoft.com/office/drawing/2014/main" id="{CE7E2B4F-24AA-8198-5CCB-D00C6A6FAC2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79375" y="1340580"/>
            <a:ext cx="3647662" cy="482480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de-DE" dirty="0"/>
          </a:p>
        </p:txBody>
      </p:sp>
      <p:sp>
        <p:nvSpPr>
          <p:cNvPr id="4" name="Content middle">
            <a:extLst>
              <a:ext uri="{FF2B5EF4-FFF2-40B4-BE49-F238E27FC236}">
                <a16:creationId xmlns:a16="http://schemas.microsoft.com/office/drawing/2014/main" id="{84C85A17-75E6-CB78-AEB7-60BB1331E1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272149" y="1340580"/>
            <a:ext cx="3647662" cy="482480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de-DE" dirty="0"/>
          </a:p>
        </p:txBody>
      </p:sp>
      <p:sp>
        <p:nvSpPr>
          <p:cNvPr id="10" name="Content right">
            <a:extLst>
              <a:ext uri="{FF2B5EF4-FFF2-40B4-BE49-F238E27FC236}">
                <a16:creationId xmlns:a16="http://schemas.microsoft.com/office/drawing/2014/main" id="{48BA25C7-75CC-8521-D13E-9BBA4353A68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064922" y="1340580"/>
            <a:ext cx="3647662" cy="482480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de-DE" dirty="0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1927E9A5-F45D-B3F9-6B6D-B1836B0D0B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4C3010-D2BF-4BB2-B8ED-05B238064BF6}" type="datetime6">
              <a:rPr lang="en-US"/>
              <a:pPr/>
              <a:t>May 26</a:t>
            </a:fld>
            <a:endParaRPr lang="en-US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76334B6C-5ED6-2A6D-D9F6-283BB3B11E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0F559D9-4ECA-D578-8A99-D207A88F07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C4E3B7-B340-4E97-8B0E-D9BA7642178E}" type="slidenum">
              <a:rPr lang="de-DE"/>
              <a:t>‹#›</a:t>
            </a:fld>
            <a:endParaRPr lang="de-DE"/>
          </a:p>
        </p:txBody>
      </p:sp>
      <p:sp>
        <p:nvSpPr>
          <p:cNvPr id="8" name="MIO_CONVERT_SLIDES_SUBTITLE">
            <a:extLst>
              <a:ext uri="{FF2B5EF4-FFF2-40B4-BE49-F238E27FC236}">
                <a16:creationId xmlns:a16="http://schemas.microsoft.com/office/drawing/2014/main" id="{C5ACA44A-1380-E897-F955-D469738121C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9375" y="476024"/>
            <a:ext cx="8928625" cy="115416"/>
          </a:xfrm>
        </p:spPr>
        <p:txBody>
          <a:bodyPr/>
          <a:lstStyle>
            <a:lvl1pPr>
              <a:defRPr sz="800" cap="all" spc="300" baseline="0">
                <a:solidFill>
                  <a:srgbClr val="878787"/>
                </a:solidFill>
              </a:defRPr>
            </a:lvl1pPr>
          </a:lstStyle>
          <a:p>
            <a:r>
              <a:rPr lang="en-US" dirty="0"/>
              <a:t>Topline usually Topic</a:t>
            </a:r>
          </a:p>
        </p:txBody>
      </p:sp>
      <p:sp>
        <p:nvSpPr>
          <p:cNvPr id="9" name="Footnote">
            <a:extLst>
              <a:ext uri="{FF2B5EF4-FFF2-40B4-BE49-F238E27FC236}">
                <a16:creationId xmlns:a16="http://schemas.microsoft.com/office/drawing/2014/main" id="{9974B16A-1B20-17BB-F707-6B707E3269D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79424" y="6166800"/>
            <a:ext cx="11232000" cy="250341"/>
          </a:xfrm>
        </p:spPr>
        <p:txBody>
          <a:bodyPr anchor="b"/>
          <a:lstStyle>
            <a:lvl1pPr>
              <a:lnSpc>
                <a:spcPct val="100000"/>
              </a:lnSpc>
              <a:spcBef>
                <a:spcPts val="0"/>
              </a:spcBef>
              <a:defRPr sz="800">
                <a:solidFill>
                  <a:srgbClr val="878787"/>
                </a:solidFill>
              </a:defRPr>
            </a:lvl1pPr>
          </a:lstStyle>
          <a:p>
            <a:pPr lvl="0"/>
            <a:r>
              <a:rPr lang="en-US" dirty="0"/>
              <a:t>¹ Insert footnotes for additional information here | ² Insert footnotes for additional information here | ³ Insert footnotes for additional information here | …</a:t>
            </a:r>
          </a:p>
        </p:txBody>
      </p:sp>
    </p:spTree>
    <p:extLst>
      <p:ext uri="{BB962C8B-B14F-4D97-AF65-F5344CB8AC3E}">
        <p14:creationId xmlns:p14="http://schemas.microsoft.com/office/powerpoint/2010/main" val="15493689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/>
  <p:extLst>
    <p:ext uri="{DCECCB84-F9BA-43D5-87BE-67443E8EF086}">
      <p15:sldGuideLst xmlns:p15="http://schemas.microsoft.com/office/powerpoint/2012/main">
        <p15:guide id="5" pos="4989">
          <p15:clr>
            <a:srgbClr val="FBAE40"/>
          </p15:clr>
        </p15:guide>
        <p15:guide id="6" pos="5081">
          <p15:clr>
            <a:srgbClr val="FBAE40"/>
          </p15:clr>
        </p15:guide>
        <p15:guide id="7" pos="2690">
          <p15:clr>
            <a:srgbClr val="FBAE40"/>
          </p15:clr>
        </p15:guide>
        <p15:guide id="8" pos="2600">
          <p15:clr>
            <a:srgbClr val="FBAE40"/>
          </p15:clr>
        </p15:guide>
        <p15:guide id="9" orient="horz" pos="3884">
          <p15:clr>
            <a:srgbClr val="FBAE40"/>
          </p15:clr>
        </p15:guide>
      </p15:sldGuideLst>
    </p:ext>
  </p:extLs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ur Contents |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E3C8A6BB-D48F-D011-12B9-1E74E47FFC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de-DE" dirty="0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1927E9A5-F45D-B3F9-6B6D-B1836B0D0B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A0A9C-EC1C-42C3-981C-CCA4FA5A986C}" type="datetime6">
              <a:rPr lang="en-US"/>
              <a:pPr/>
              <a:t>May 26</a:t>
            </a:fld>
            <a:endParaRPr lang="en-US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76334B6C-5ED6-2A6D-D9F6-283BB3B11E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0F559D9-4ECA-D578-8A99-D207A88F07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C4E3B7-B340-4E97-8B0E-D9BA7642178E}" type="slidenum">
              <a:rPr lang="de-DE"/>
              <a:t>‹#›</a:t>
            </a:fld>
            <a:endParaRPr lang="de-DE"/>
          </a:p>
        </p:txBody>
      </p:sp>
      <p:sp>
        <p:nvSpPr>
          <p:cNvPr id="8" name="MIO_CONVERT_SLIDES_SUBTITLE">
            <a:extLst>
              <a:ext uri="{FF2B5EF4-FFF2-40B4-BE49-F238E27FC236}">
                <a16:creationId xmlns:a16="http://schemas.microsoft.com/office/drawing/2014/main" id="{C5ACA44A-1380-E897-F955-D469738121C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9375" y="476024"/>
            <a:ext cx="8928625" cy="115416"/>
          </a:xfrm>
        </p:spPr>
        <p:txBody>
          <a:bodyPr/>
          <a:lstStyle>
            <a:lvl1pPr>
              <a:defRPr sz="800" cap="all" spc="300" baseline="0">
                <a:solidFill>
                  <a:srgbClr val="878787"/>
                </a:solidFill>
              </a:defRPr>
            </a:lvl1pPr>
          </a:lstStyle>
          <a:p>
            <a:r>
              <a:rPr lang="en-US" dirty="0"/>
              <a:t>Topline usually Topic</a:t>
            </a:r>
          </a:p>
        </p:txBody>
      </p:sp>
      <p:sp>
        <p:nvSpPr>
          <p:cNvPr id="12" name="Content 1">
            <a:extLst>
              <a:ext uri="{FF2B5EF4-FFF2-40B4-BE49-F238E27FC236}">
                <a16:creationId xmlns:a16="http://schemas.microsoft.com/office/drawing/2014/main" id="{37BE4B4D-CFDD-B8D1-ADCC-0FBE108A000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79375" y="1340580"/>
            <a:ext cx="2700000" cy="482480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de-DE" dirty="0"/>
          </a:p>
        </p:txBody>
      </p:sp>
      <p:sp>
        <p:nvSpPr>
          <p:cNvPr id="13" name="Content 2">
            <a:extLst>
              <a:ext uri="{FF2B5EF4-FFF2-40B4-BE49-F238E27FC236}">
                <a16:creationId xmlns:a16="http://schemas.microsoft.com/office/drawing/2014/main" id="{6866A2D6-5143-DA06-4EB1-AC3BEA043C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323778" y="1340580"/>
            <a:ext cx="2700000" cy="482480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de-DE" dirty="0"/>
          </a:p>
        </p:txBody>
      </p:sp>
      <p:sp>
        <p:nvSpPr>
          <p:cNvPr id="14" name="Content 3">
            <a:extLst>
              <a:ext uri="{FF2B5EF4-FFF2-40B4-BE49-F238E27FC236}">
                <a16:creationId xmlns:a16="http://schemas.microsoft.com/office/drawing/2014/main" id="{29054455-AD76-A317-FC31-A41B80ECF8DD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68181" y="1340580"/>
            <a:ext cx="2700000" cy="482480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de-DE" dirty="0"/>
          </a:p>
        </p:txBody>
      </p:sp>
      <p:sp>
        <p:nvSpPr>
          <p:cNvPr id="15" name="Content 4">
            <a:extLst>
              <a:ext uri="{FF2B5EF4-FFF2-40B4-BE49-F238E27FC236}">
                <a16:creationId xmlns:a16="http://schemas.microsoft.com/office/drawing/2014/main" id="{AE0F360B-178D-DF84-269E-46B3D56DDD3E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9012585" y="1340580"/>
            <a:ext cx="2700000" cy="482480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de-DE" dirty="0"/>
          </a:p>
        </p:txBody>
      </p:sp>
      <p:sp>
        <p:nvSpPr>
          <p:cNvPr id="16" name="Footnote">
            <a:extLst>
              <a:ext uri="{FF2B5EF4-FFF2-40B4-BE49-F238E27FC236}">
                <a16:creationId xmlns:a16="http://schemas.microsoft.com/office/drawing/2014/main" id="{E671ABC2-6291-11C7-0DA9-7DCEA8FB2C7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79424" y="6166800"/>
            <a:ext cx="11232000" cy="250341"/>
          </a:xfrm>
        </p:spPr>
        <p:txBody>
          <a:bodyPr anchor="b"/>
          <a:lstStyle>
            <a:lvl1pPr>
              <a:lnSpc>
                <a:spcPct val="100000"/>
              </a:lnSpc>
              <a:spcBef>
                <a:spcPts val="0"/>
              </a:spcBef>
              <a:defRPr sz="800">
                <a:solidFill>
                  <a:srgbClr val="878787"/>
                </a:solidFill>
              </a:defRPr>
            </a:lvl1pPr>
          </a:lstStyle>
          <a:p>
            <a:pPr lvl="0"/>
            <a:r>
              <a:rPr lang="en-US" dirty="0"/>
              <a:t>¹ Insert footnotes for additional information here | ² Insert footnotes for additional information here | ³ Insert footnotes for additional information here | …</a:t>
            </a:r>
          </a:p>
        </p:txBody>
      </p:sp>
    </p:spTree>
    <p:extLst>
      <p:ext uri="{BB962C8B-B14F-4D97-AF65-F5344CB8AC3E}">
        <p14:creationId xmlns:p14="http://schemas.microsoft.com/office/powerpoint/2010/main" val="42872201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/>
  <p:extLst>
    <p:ext uri="{DCECCB84-F9BA-43D5-87BE-67443E8EF086}">
      <p15:sldGuideLst xmlns:p15="http://schemas.microsoft.com/office/powerpoint/2012/main">
        <p15:guide id="1" orient="horz" pos="3884">
          <p15:clr>
            <a:srgbClr val="FBAE40"/>
          </p15:clr>
        </p15:guide>
        <p15:guide id="2" pos="2003">
          <p15:clr>
            <a:srgbClr val="FBAE40"/>
          </p15:clr>
        </p15:guide>
        <p15:guide id="3" pos="2091">
          <p15:clr>
            <a:srgbClr val="FBAE40"/>
          </p15:clr>
        </p15:guide>
        <p15:guide id="4" pos="3795">
          <p15:clr>
            <a:srgbClr val="FBAE40"/>
          </p15:clr>
        </p15:guide>
        <p15:guide id="5" pos="3885">
          <p15:clr>
            <a:srgbClr val="FBAE40"/>
          </p15:clr>
        </p15:guide>
        <p15:guide id="6" pos="5586">
          <p15:clr>
            <a:srgbClr val="FBAE40"/>
          </p15:clr>
        </p15:guide>
        <p15:guide id="7" pos="5678">
          <p15:clr>
            <a:srgbClr val="FBAE40"/>
          </p15:clr>
        </p15:guide>
      </p15:sldGuideLst>
    </p:ext>
  </p:extLs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ey Aspects |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AF92A341-AE59-7317-A60B-4FE47E5C35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de-DE" dirty="0"/>
          </a:p>
        </p:txBody>
      </p:sp>
      <p:sp>
        <p:nvSpPr>
          <p:cNvPr id="3" name="Content left">
            <a:extLst>
              <a:ext uri="{FF2B5EF4-FFF2-40B4-BE49-F238E27FC236}">
                <a16:creationId xmlns:a16="http://schemas.microsoft.com/office/drawing/2014/main" id="{9A3494C0-7E36-FAB6-E218-DAF4BB149B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9375" y="1340580"/>
            <a:ext cx="7848600" cy="48240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de-DE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A996FCF-A197-698E-1118-3E15F5D6AB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C18CCD-C609-49CE-A0AA-DC8C511F558C}" type="datetime6">
              <a:rPr lang="en-US"/>
              <a:pPr/>
              <a:t>May 26</a:t>
            </a:fld>
            <a:endParaRPr lang="en-US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39DFE71-560B-093C-2FB0-B95024DDA2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4D1182C-8D76-C30C-69B3-7CBA4DBC0B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C4E3B7-B340-4E97-8B0E-D9BA7642178E}" type="slidenum">
              <a:rPr lang="de-DE"/>
              <a:t>‹#›</a:t>
            </a:fld>
            <a:endParaRPr lang="de-DE"/>
          </a:p>
        </p:txBody>
      </p:sp>
      <p:sp>
        <p:nvSpPr>
          <p:cNvPr id="7" name="MIO_CONVERT_SLIDES_SUBTITLE">
            <a:extLst>
              <a:ext uri="{FF2B5EF4-FFF2-40B4-BE49-F238E27FC236}">
                <a16:creationId xmlns:a16="http://schemas.microsoft.com/office/drawing/2014/main" id="{7B9A43E5-A6DF-A714-B73D-13508E8D43C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9375" y="476024"/>
            <a:ext cx="8928625" cy="115416"/>
          </a:xfrm>
        </p:spPr>
        <p:txBody>
          <a:bodyPr/>
          <a:lstStyle>
            <a:lvl1pPr>
              <a:defRPr sz="800" cap="all" spc="300" baseline="0">
                <a:solidFill>
                  <a:srgbClr val="878787"/>
                </a:solidFill>
              </a:defRPr>
            </a:lvl1pPr>
          </a:lstStyle>
          <a:p>
            <a:r>
              <a:rPr lang="en-US" dirty="0"/>
              <a:t>Topline usually Topic</a:t>
            </a:r>
          </a:p>
        </p:txBody>
      </p:sp>
      <p:cxnSp>
        <p:nvCxnSpPr>
          <p:cNvPr id="8" name="Straight Connector 30">
            <a:extLst>
              <a:ext uri="{FF2B5EF4-FFF2-40B4-BE49-F238E27FC236}">
                <a16:creationId xmlns:a16="http://schemas.microsoft.com/office/drawing/2014/main" id="{8158F510-4543-6AE7-9404-7270C56BAD64}"/>
              </a:ext>
            </a:extLst>
          </p:cNvPr>
          <p:cNvCxnSpPr>
            <a:cxnSpLocks/>
          </p:cNvCxnSpPr>
          <p:nvPr>
            <p:custDataLst>
              <p:tags r:id="rId1"/>
            </p:custDataLst>
          </p:nvPr>
        </p:nvCxnSpPr>
        <p:spPr bwMode="gray">
          <a:xfrm>
            <a:off x="8618533" y="1340579"/>
            <a:ext cx="0" cy="4824001"/>
          </a:xfrm>
          <a:prstGeom prst="line">
            <a:avLst/>
          </a:prstGeom>
          <a:ln w="6350">
            <a:solidFill>
              <a:srgbClr val="878787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Overline">
            <a:extLst>
              <a:ext uri="{FF2B5EF4-FFF2-40B4-BE49-F238E27FC236}">
                <a16:creationId xmlns:a16="http://schemas.microsoft.com/office/drawing/2014/main" id="{54A57B10-0806-EE10-8CEC-EF03A914165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906400" y="1340724"/>
            <a:ext cx="2806170" cy="337447"/>
          </a:xfrm>
        </p:spPr>
        <p:txBody>
          <a:bodyPr/>
          <a:lstStyle>
            <a:lvl1pPr>
              <a:lnSpc>
                <a:spcPct val="100000"/>
              </a:lnSpc>
              <a:defRPr sz="1400" b="1"/>
            </a:lvl1pPr>
          </a:lstStyle>
          <a:p>
            <a:pPr lvl="0"/>
            <a:r>
              <a:rPr lang="de-DE" dirty="0" err="1"/>
              <a:t>Overline</a:t>
            </a:r>
            <a:r>
              <a:rPr lang="de-DE" dirty="0"/>
              <a:t> (Teaser </a:t>
            </a:r>
            <a:r>
              <a:rPr lang="de-DE" dirty="0" err="1"/>
              <a:t>text</a:t>
            </a:r>
            <a:r>
              <a:rPr lang="de-DE" dirty="0"/>
              <a:t>), </a:t>
            </a:r>
            <a:r>
              <a:rPr lang="de-DE" dirty="0" err="1"/>
              <a:t>bold</a:t>
            </a:r>
            <a:r>
              <a:rPr lang="de-DE" dirty="0"/>
              <a:t>.</a:t>
            </a:r>
          </a:p>
        </p:txBody>
      </p:sp>
      <p:sp>
        <p:nvSpPr>
          <p:cNvPr id="12" name="Content right">
            <a:extLst>
              <a:ext uri="{FF2B5EF4-FFF2-40B4-BE49-F238E27FC236}">
                <a16:creationId xmlns:a16="http://schemas.microsoft.com/office/drawing/2014/main" id="{0B93BF9A-33F5-4981-4957-85243F8EA1D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906400" y="1678172"/>
            <a:ext cx="2808001" cy="343381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de-DE" dirty="0"/>
          </a:p>
        </p:txBody>
      </p:sp>
      <p:sp>
        <p:nvSpPr>
          <p:cNvPr id="11" name="Footnote">
            <a:extLst>
              <a:ext uri="{FF2B5EF4-FFF2-40B4-BE49-F238E27FC236}">
                <a16:creationId xmlns:a16="http://schemas.microsoft.com/office/drawing/2014/main" id="{A8105C7A-86DA-6E7B-6A18-59E74532B1F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79424" y="6166800"/>
            <a:ext cx="7848549" cy="250341"/>
          </a:xfrm>
        </p:spPr>
        <p:txBody>
          <a:bodyPr anchor="b"/>
          <a:lstStyle>
            <a:lvl1pPr>
              <a:lnSpc>
                <a:spcPct val="100000"/>
              </a:lnSpc>
              <a:spcBef>
                <a:spcPts val="0"/>
              </a:spcBef>
              <a:defRPr sz="800">
                <a:solidFill>
                  <a:srgbClr val="878787"/>
                </a:solidFill>
              </a:defRPr>
            </a:lvl1pPr>
          </a:lstStyle>
          <a:p>
            <a:pPr lvl="0"/>
            <a:r>
              <a:rPr lang="en-US" dirty="0"/>
              <a:t>¹ Insert footnotes for additional information here | ² Insert footnotes for additional information here | ³ Insert footnotes for additional information here | …</a:t>
            </a:r>
          </a:p>
        </p:txBody>
      </p:sp>
      <p:sp>
        <p:nvSpPr>
          <p:cNvPr id="9" name="Conclusion">
            <a:extLst>
              <a:ext uri="{FF2B5EF4-FFF2-40B4-BE49-F238E27FC236}">
                <a16:creationId xmlns:a16="http://schemas.microsoft.com/office/drawing/2014/main" id="{692BBBE9-7519-56FD-E90A-9D8E1D525B2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906401" y="5573509"/>
            <a:ext cx="2808001" cy="591071"/>
          </a:xfrm>
          <a:solidFill>
            <a:srgbClr val="619685"/>
          </a:solidFill>
        </p:spPr>
        <p:txBody>
          <a:bodyPr lIns="144000" tIns="72000" rIns="144000" bIns="90000" anchor="b">
            <a:spAutoFit/>
          </a:bodyPr>
          <a:lstStyle>
            <a:lvl1pPr>
              <a:lnSpc>
                <a:spcPct val="120000"/>
              </a:lnSpc>
              <a:spcBef>
                <a:spcPts val="0"/>
              </a:spcBef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de-DE" dirty="0"/>
              <a:t>Mastertextformat </a:t>
            </a:r>
            <a:br>
              <a:rPr lang="de-DE" dirty="0"/>
            </a:br>
            <a:r>
              <a:rPr lang="de-DE" dirty="0"/>
              <a:t>bearbeiten</a:t>
            </a:r>
          </a:p>
        </p:txBody>
      </p:sp>
      <p:cxnSp>
        <p:nvCxnSpPr>
          <p:cNvPr id="13" name="Straight Connector 30">
            <a:extLst>
              <a:ext uri="{FF2B5EF4-FFF2-40B4-BE49-F238E27FC236}">
                <a16:creationId xmlns:a16="http://schemas.microsoft.com/office/drawing/2014/main" id="{A6043DE1-C47C-B3B2-9747-BEE9A45183C5}"/>
              </a:ext>
            </a:extLst>
          </p:cNvPr>
          <p:cNvCxnSpPr>
            <a:cxnSpLocks/>
          </p:cNvCxnSpPr>
          <p:nvPr>
            <p:custDataLst>
              <p:tags r:id="rId2"/>
            </p:custDataLst>
          </p:nvPr>
        </p:nvCxnSpPr>
        <p:spPr bwMode="gray">
          <a:xfrm>
            <a:off x="8618533" y="1340579"/>
            <a:ext cx="0" cy="4824001"/>
          </a:xfrm>
          <a:prstGeom prst="line">
            <a:avLst/>
          </a:prstGeom>
          <a:ln w="6350">
            <a:solidFill>
              <a:srgbClr val="878787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944348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/>
  <p:extLst>
    <p:ext uri="{DCECCB84-F9BA-43D5-87BE-67443E8EF086}">
      <p15:sldGuideLst xmlns:p15="http://schemas.microsoft.com/office/powerpoint/2012/main">
        <p15:guide id="1" orient="horz" pos="3884">
          <p15:clr>
            <a:srgbClr val="FBAE40"/>
          </p15:clr>
        </p15:guide>
      </p15:sldGuideLst>
    </p:ext>
  </p:extLs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 |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E3C8A6BB-D48F-D011-12B9-1E74E47FFC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de-DE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1927E9A5-F45D-B3F9-6B6D-B1836B0D0B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31407-0657-4A27-9C05-A444CE313EC9}" type="datetime6">
              <a:rPr lang="en-US"/>
              <a:pPr/>
              <a:t>May 26</a:t>
            </a:fld>
            <a:endParaRPr lang="en-US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76334B6C-5ED6-2A6D-D9F6-283BB3B11E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0F559D9-4ECA-D578-8A99-D207A88F07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C4E3B7-B340-4E97-8B0E-D9BA7642178E}" type="slidenum">
              <a:rPr lang="de-DE"/>
              <a:t>‹#›</a:t>
            </a:fld>
            <a:endParaRPr lang="de-DE"/>
          </a:p>
        </p:txBody>
      </p:sp>
      <p:sp>
        <p:nvSpPr>
          <p:cNvPr id="8" name="MIO_CONVERT_SLIDES_SUBTITLE">
            <a:extLst>
              <a:ext uri="{FF2B5EF4-FFF2-40B4-BE49-F238E27FC236}">
                <a16:creationId xmlns:a16="http://schemas.microsoft.com/office/drawing/2014/main" id="{C5ACA44A-1380-E897-F955-D469738121C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9375" y="476024"/>
            <a:ext cx="8928625" cy="115416"/>
          </a:xfrm>
        </p:spPr>
        <p:txBody>
          <a:bodyPr/>
          <a:lstStyle>
            <a:lvl1pPr>
              <a:defRPr sz="800" cap="all" spc="300" baseline="0">
                <a:solidFill>
                  <a:srgbClr val="878787"/>
                </a:solidFill>
              </a:defRPr>
            </a:lvl1pPr>
          </a:lstStyle>
          <a:p>
            <a:r>
              <a:rPr lang="en-US" dirty="0"/>
              <a:t>Topline usually Topic</a:t>
            </a:r>
          </a:p>
        </p:txBody>
      </p:sp>
      <p:sp>
        <p:nvSpPr>
          <p:cNvPr id="11" name="Content left">
            <a:extLst>
              <a:ext uri="{FF2B5EF4-FFF2-40B4-BE49-F238E27FC236}">
                <a16:creationId xmlns:a16="http://schemas.microsoft.com/office/drawing/2014/main" id="{12C9B869-1223-B7DD-64CA-71F7DD3A75A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79375" y="1339200"/>
            <a:ext cx="5040569" cy="48240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de-DE" dirty="0"/>
          </a:p>
        </p:txBody>
      </p:sp>
      <p:sp>
        <p:nvSpPr>
          <p:cNvPr id="15" name="Content right">
            <a:extLst>
              <a:ext uri="{FF2B5EF4-FFF2-40B4-BE49-F238E27FC236}">
                <a16:creationId xmlns:a16="http://schemas.microsoft.com/office/drawing/2014/main" id="{02B7A186-8034-ED64-E1E4-6562647A1E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672015" y="1339200"/>
            <a:ext cx="5040569" cy="482400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de-DE" dirty="0"/>
          </a:p>
        </p:txBody>
      </p:sp>
      <p:cxnSp>
        <p:nvCxnSpPr>
          <p:cNvPr id="16" name="Straight Connector 30">
            <a:extLst>
              <a:ext uri="{FF2B5EF4-FFF2-40B4-BE49-F238E27FC236}">
                <a16:creationId xmlns:a16="http://schemas.microsoft.com/office/drawing/2014/main" id="{BD46E923-F552-A039-9B3D-1A367BD52B29}"/>
              </a:ext>
            </a:extLst>
          </p:cNvPr>
          <p:cNvCxnSpPr>
            <a:cxnSpLocks/>
          </p:cNvCxnSpPr>
          <p:nvPr>
            <p:custDataLst>
              <p:tags r:id="rId1"/>
            </p:custDataLst>
          </p:nvPr>
        </p:nvCxnSpPr>
        <p:spPr bwMode="gray">
          <a:xfrm>
            <a:off x="6096000" y="4363201"/>
            <a:ext cx="0" cy="1800000"/>
          </a:xfrm>
          <a:prstGeom prst="line">
            <a:avLst/>
          </a:prstGeom>
          <a:ln w="6350">
            <a:solidFill>
              <a:srgbClr val="878787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30">
            <a:extLst>
              <a:ext uri="{FF2B5EF4-FFF2-40B4-BE49-F238E27FC236}">
                <a16:creationId xmlns:a16="http://schemas.microsoft.com/office/drawing/2014/main" id="{6E1A39C5-D360-C3A7-4AD3-DE450DD786CD}"/>
              </a:ext>
            </a:extLst>
          </p:cNvPr>
          <p:cNvCxnSpPr>
            <a:cxnSpLocks/>
          </p:cNvCxnSpPr>
          <p:nvPr>
            <p:custDataLst>
              <p:tags r:id="rId2"/>
            </p:custDataLst>
          </p:nvPr>
        </p:nvCxnSpPr>
        <p:spPr bwMode="gray">
          <a:xfrm flipH="1">
            <a:off x="6095999" y="1340579"/>
            <a:ext cx="1" cy="1800000"/>
          </a:xfrm>
          <a:prstGeom prst="line">
            <a:avLst/>
          </a:prstGeom>
          <a:ln w="6350">
            <a:solidFill>
              <a:srgbClr val="878787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" name="Grafik 17">
            <a:extLst>
              <a:ext uri="{FF2B5EF4-FFF2-40B4-BE49-F238E27FC236}">
                <a16:creationId xmlns:a16="http://schemas.microsoft.com/office/drawing/2014/main" id="{0A6D7AC7-847E-754F-B822-A76E53E8BA0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960429" y="3457345"/>
            <a:ext cx="360000" cy="589091"/>
          </a:xfrm>
          <a:prstGeom prst="rect">
            <a:avLst/>
          </a:prstGeom>
        </p:spPr>
      </p:pic>
      <p:sp>
        <p:nvSpPr>
          <p:cNvPr id="19" name="Footnote">
            <a:extLst>
              <a:ext uri="{FF2B5EF4-FFF2-40B4-BE49-F238E27FC236}">
                <a16:creationId xmlns:a16="http://schemas.microsoft.com/office/drawing/2014/main" id="{AAEC7CFA-3752-3263-EC58-30A15FB3807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79424" y="6166800"/>
            <a:ext cx="11232000" cy="250341"/>
          </a:xfrm>
        </p:spPr>
        <p:txBody>
          <a:bodyPr anchor="b"/>
          <a:lstStyle>
            <a:lvl1pPr>
              <a:lnSpc>
                <a:spcPct val="100000"/>
              </a:lnSpc>
              <a:spcBef>
                <a:spcPts val="0"/>
              </a:spcBef>
              <a:defRPr sz="800">
                <a:solidFill>
                  <a:srgbClr val="878787"/>
                </a:solidFill>
              </a:defRPr>
            </a:lvl1pPr>
          </a:lstStyle>
          <a:p>
            <a:pPr lvl="0"/>
            <a:r>
              <a:rPr lang="en-US" dirty="0"/>
              <a:t>¹ Insert footnotes for additional information here | ² Insert footnotes for additional information here | ³ Insert footnotes for additional information here | …</a:t>
            </a:r>
          </a:p>
        </p:txBody>
      </p:sp>
    </p:spTree>
    <p:extLst>
      <p:ext uri="{BB962C8B-B14F-4D97-AF65-F5344CB8AC3E}">
        <p14:creationId xmlns:p14="http://schemas.microsoft.com/office/powerpoint/2010/main" val="24290523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/>
  <p:extLst>
    <p:ext uri="{DCECCB84-F9BA-43D5-87BE-67443E8EF086}">
      <p15:sldGuideLst xmlns:p15="http://schemas.microsoft.com/office/powerpoint/2012/main">
        <p15:guide id="1" orient="horz" pos="3884">
          <p15:clr>
            <a:srgbClr val="FBAE40"/>
          </p15:clr>
        </p15:guide>
      </p15:sldGuideLst>
    </p:ext>
  </p:extLs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arg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02DB293A-0A29-0326-DCB5-BD8AB9CEEF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de-DE" dirty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C0D3C7FE-9588-2A3E-AFC5-00D9378591D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9422" y="7033792"/>
            <a:ext cx="625478" cy="123111"/>
          </a:xfrm>
        </p:spPr>
        <p:txBody>
          <a:bodyPr/>
          <a:lstStyle/>
          <a:p>
            <a:fld id="{53E65645-14E0-45FA-AC5E-D4F6F9868A16}" type="datetime6">
              <a:rPr lang="en-US"/>
              <a:pPr/>
              <a:t>May 26</a:t>
            </a:fld>
            <a:endParaRPr lang="en-US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7B410E3D-A999-0083-C1B8-7501BBF20C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99424" y="7033792"/>
            <a:ext cx="7056248" cy="123111"/>
          </a:xfrm>
        </p:spPr>
        <p:txBody>
          <a:bodyPr/>
          <a:lstStyle/>
          <a:p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8471C80C-009B-0AB0-BC0E-AE0937B32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52583" y="7033792"/>
            <a:ext cx="360001" cy="123111"/>
          </a:xfrm>
        </p:spPr>
        <p:txBody>
          <a:bodyPr/>
          <a:lstStyle/>
          <a:p>
            <a:fld id="{42C4E3B7-B340-4E97-8B0E-D9BA7642178E}" type="slidenum">
              <a:rPr lang="de-DE"/>
              <a:pPr/>
              <a:t>‹#›</a:t>
            </a:fld>
            <a:endParaRPr lang="de-DE"/>
          </a:p>
        </p:txBody>
      </p:sp>
      <p:sp>
        <p:nvSpPr>
          <p:cNvPr id="8" name="MIO_CONVERT_SLIDES_SUBTITLE">
            <a:extLst>
              <a:ext uri="{FF2B5EF4-FFF2-40B4-BE49-F238E27FC236}">
                <a16:creationId xmlns:a16="http://schemas.microsoft.com/office/drawing/2014/main" id="{2159DC9A-A010-CFE0-9F91-1B18DB5773E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79375" y="476024"/>
            <a:ext cx="8928625" cy="115416"/>
          </a:xfrm>
        </p:spPr>
        <p:txBody>
          <a:bodyPr/>
          <a:lstStyle>
            <a:lvl1pPr>
              <a:defRPr sz="800" cap="all" spc="300" baseline="0">
                <a:solidFill>
                  <a:srgbClr val="878787"/>
                </a:solidFill>
              </a:defRPr>
            </a:lvl1pPr>
          </a:lstStyle>
          <a:p>
            <a:r>
              <a:rPr lang="en-US" dirty="0"/>
              <a:t>Topline usually Topic</a:t>
            </a:r>
          </a:p>
        </p:txBody>
      </p:sp>
      <p:sp>
        <p:nvSpPr>
          <p:cNvPr id="9" name="Bildplatzhalter 8">
            <a:extLst>
              <a:ext uri="{FF2B5EF4-FFF2-40B4-BE49-F238E27FC236}">
                <a16:creationId xmlns:a16="http://schemas.microsoft.com/office/drawing/2014/main" id="{3A13BA07-06F1-C75E-B12F-D9ABCC4E79B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1340580"/>
            <a:ext cx="12192000" cy="5517420"/>
          </a:xfrm>
          <a:solidFill>
            <a:srgbClr val="E3E3E3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en-US" dirty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178689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/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|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53F3D5A2-16D7-D2DB-C464-1CF731F1DA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de-DE" dirty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D78AB93A-6F01-B612-509A-25F546BB06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139191-0B0A-4CA0-8847-B19C0510A96C}" type="datetime6">
              <a:rPr lang="en-US"/>
              <a:pPr/>
              <a:t>May 26</a:t>
            </a:fld>
            <a:endParaRPr lang="en-US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A62EECA7-F994-4474-F5A9-67D28380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5F0B770A-895B-70DE-FDEC-714E84A865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C4E3B7-B340-4E97-8B0E-D9BA7642178E}" type="slidenum">
              <a:rPr lang="de-DE"/>
              <a:pPr/>
              <a:t>‹#›</a:t>
            </a:fld>
            <a:endParaRPr lang="de-DE"/>
          </a:p>
        </p:txBody>
      </p:sp>
      <p:sp>
        <p:nvSpPr>
          <p:cNvPr id="6" name="MIO_CONVERT_SLIDES_SUBTITLE">
            <a:extLst>
              <a:ext uri="{FF2B5EF4-FFF2-40B4-BE49-F238E27FC236}">
                <a16:creationId xmlns:a16="http://schemas.microsoft.com/office/drawing/2014/main" id="{FBCF9CDF-8FA3-A63B-FA90-CB1F2819100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79375" y="476024"/>
            <a:ext cx="8928625" cy="115416"/>
          </a:xfrm>
        </p:spPr>
        <p:txBody>
          <a:bodyPr/>
          <a:lstStyle>
            <a:lvl1pPr>
              <a:defRPr sz="800" cap="all" spc="300" baseline="0">
                <a:solidFill>
                  <a:srgbClr val="878787"/>
                </a:solidFill>
              </a:defRPr>
            </a:lvl1pPr>
          </a:lstStyle>
          <a:p>
            <a:r>
              <a:rPr lang="en-US" dirty="0"/>
              <a:t>Topline usually Topic</a:t>
            </a:r>
          </a:p>
        </p:txBody>
      </p:sp>
      <p:sp>
        <p:nvSpPr>
          <p:cNvPr id="8" name="Bildplatzhalter 7">
            <a:extLst>
              <a:ext uri="{FF2B5EF4-FFF2-40B4-BE49-F238E27FC236}">
                <a16:creationId xmlns:a16="http://schemas.microsoft.com/office/drawing/2014/main" id="{E85B3299-FE9F-8E3B-FC17-C1EB090D3B5B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7751764" y="1628772"/>
            <a:ext cx="3960821" cy="4679951"/>
          </a:xfrm>
          <a:solidFill>
            <a:srgbClr val="E3E3E3"/>
          </a:solidFill>
        </p:spPr>
        <p:txBody>
          <a:bodyPr vert="horz" lIns="0" tIns="0" rIns="0" bIns="0" rtlCol="0" anchor="ctr">
            <a:noAutofit/>
          </a:bodyPr>
          <a:lstStyle>
            <a:lvl1pPr algn="ctr">
              <a:defRPr lang="de-DE"/>
            </a:lvl1pPr>
          </a:lstStyle>
          <a:p>
            <a:pPr lvl="0" algn="ctr"/>
            <a:r>
              <a:rPr lang="en-US" dirty="0"/>
              <a:t>Click icon to add picture</a:t>
            </a:r>
          </a:p>
        </p:txBody>
      </p:sp>
      <p:sp>
        <p:nvSpPr>
          <p:cNvPr id="10" name="Quote">
            <a:extLst>
              <a:ext uri="{FF2B5EF4-FFF2-40B4-BE49-F238E27FC236}">
                <a16:creationId xmlns:a16="http://schemas.microsoft.com/office/drawing/2014/main" id="{4BE864C4-DE8B-777A-1A0D-CFC3C6A58C5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55888" y="2228851"/>
            <a:ext cx="6119875" cy="1846659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000" b="0">
                <a:solidFill>
                  <a:schemeClr val="dk2"/>
                </a:solidFill>
              </a:defRPr>
            </a:lvl1pPr>
          </a:lstStyle>
          <a:p>
            <a:pPr lvl="0"/>
            <a:r>
              <a:rPr lang="en-US" dirty="0"/>
              <a:t>“Quote. With up to 3 lines of text in Carbon Gray.”</a:t>
            </a:r>
          </a:p>
        </p:txBody>
      </p:sp>
      <p:cxnSp>
        <p:nvCxnSpPr>
          <p:cNvPr id="11" name="Gerader Verbinder 10">
            <a:extLst>
              <a:ext uri="{FF2B5EF4-FFF2-40B4-BE49-F238E27FC236}">
                <a16:creationId xmlns:a16="http://schemas.microsoft.com/office/drawing/2014/main" id="{32457AD6-FC75-AC51-81F6-9F00027FEAFB}"/>
              </a:ext>
            </a:extLst>
          </p:cNvPr>
          <p:cNvCxnSpPr>
            <a:cxnSpLocks/>
          </p:cNvCxnSpPr>
          <p:nvPr/>
        </p:nvCxnSpPr>
        <p:spPr bwMode="gray">
          <a:xfrm>
            <a:off x="1055888" y="4549146"/>
            <a:ext cx="1080000" cy="0"/>
          </a:xfrm>
          <a:prstGeom prst="line">
            <a:avLst/>
          </a:prstGeom>
          <a:ln w="6350">
            <a:solidFill>
              <a:srgbClr val="64646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Name">
            <a:extLst>
              <a:ext uri="{FF2B5EF4-FFF2-40B4-BE49-F238E27FC236}">
                <a16:creationId xmlns:a16="http://schemas.microsoft.com/office/drawing/2014/main" id="{9DF927A2-8E33-9704-D203-297E80F8A9B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283173" y="4385554"/>
            <a:ext cx="4892590" cy="246221"/>
          </a:xfrm>
        </p:spPr>
        <p:txBody>
          <a:bodyPr/>
          <a:lstStyle>
            <a:lvl1pPr>
              <a:defRPr sz="1600">
                <a:solidFill>
                  <a:srgbClr val="646464"/>
                </a:solidFill>
              </a:defRPr>
            </a:lvl1pPr>
          </a:lstStyle>
          <a:p>
            <a:pPr lvl="0"/>
            <a:r>
              <a:rPr lang="de-DE" dirty="0"/>
              <a:t>Name – Additional Info </a:t>
            </a:r>
            <a:r>
              <a:rPr lang="de-DE" dirty="0" err="1"/>
              <a:t>about</a:t>
            </a:r>
            <a:r>
              <a:rPr lang="de-DE" dirty="0"/>
              <a:t> </a:t>
            </a:r>
            <a:r>
              <a:rPr lang="de-DE" dirty="0" err="1"/>
              <a:t>author</a:t>
            </a:r>
            <a:endParaRPr lang="de-DE" dirty="0"/>
          </a:p>
        </p:txBody>
      </p:sp>
      <p:cxnSp>
        <p:nvCxnSpPr>
          <p:cNvPr id="7" name="Gerader Verbinder 6">
            <a:extLst>
              <a:ext uri="{FF2B5EF4-FFF2-40B4-BE49-F238E27FC236}">
                <a16:creationId xmlns:a16="http://schemas.microsoft.com/office/drawing/2014/main" id="{D8C38F21-301C-1C7B-C83E-93CE7B8EDD68}"/>
              </a:ext>
            </a:extLst>
          </p:cNvPr>
          <p:cNvCxnSpPr>
            <a:cxnSpLocks/>
          </p:cNvCxnSpPr>
          <p:nvPr/>
        </p:nvCxnSpPr>
        <p:spPr bwMode="gray">
          <a:xfrm>
            <a:off x="1055888" y="4549146"/>
            <a:ext cx="1080000" cy="0"/>
          </a:xfrm>
          <a:prstGeom prst="line">
            <a:avLst/>
          </a:prstGeom>
          <a:ln w="6350">
            <a:solidFill>
              <a:srgbClr val="64646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44826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/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&amp;A Bas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287CAFE7-EBEF-EBE0-CCF5-ED8631B3E7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9422" y="7115435"/>
            <a:ext cx="625478" cy="123111"/>
          </a:xfrm>
        </p:spPr>
        <p:txBody>
          <a:bodyPr/>
          <a:lstStyle/>
          <a:p>
            <a:fld id="{313A54F3-EC88-474A-B225-3817F4AD2E94}" type="datetime6">
              <a:rPr lang="en-US"/>
              <a:pPr/>
              <a:t>May 26</a:t>
            </a:fld>
            <a:endParaRPr lang="en-US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EAC11E8-DE5B-473E-693E-EC4BF91E56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99424" y="7115435"/>
            <a:ext cx="7056248" cy="12311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6CCEB6AF-5005-160E-A119-CF142CFF46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52583" y="7115435"/>
            <a:ext cx="360001" cy="123111"/>
          </a:xfrm>
        </p:spPr>
        <p:txBody>
          <a:bodyPr/>
          <a:lstStyle/>
          <a:p>
            <a:fld id="{42C4E3B7-B340-4E97-8B0E-D9BA7642178E}" type="slidenum">
              <a:rPr lang="en-US"/>
              <a:pPr/>
              <a:t>‹#›</a:t>
            </a:fld>
            <a:endParaRPr lang="en-US" dirty="0"/>
          </a:p>
        </p:txBody>
      </p:sp>
      <p:grpSp>
        <p:nvGrpSpPr>
          <p:cNvPr id="14" name="Gruppieren 13">
            <a:extLst>
              <a:ext uri="{FF2B5EF4-FFF2-40B4-BE49-F238E27FC236}">
                <a16:creationId xmlns:a16="http://schemas.microsoft.com/office/drawing/2014/main" id="{2FC50409-51B2-E654-EF34-5C2BB778DF8F}"/>
              </a:ext>
            </a:extLst>
          </p:cNvPr>
          <p:cNvGrpSpPr/>
          <p:nvPr/>
        </p:nvGrpSpPr>
        <p:grpSpPr>
          <a:xfrm>
            <a:off x="2819646" y="2171374"/>
            <a:ext cx="6552709" cy="2515253"/>
            <a:chOff x="2819645" y="2138586"/>
            <a:chExt cx="6552709" cy="2515253"/>
          </a:xfrm>
        </p:grpSpPr>
        <p:sp>
          <p:nvSpPr>
            <p:cNvPr id="11" name="Freihandform: Form 10">
              <a:extLst>
                <a:ext uri="{FF2B5EF4-FFF2-40B4-BE49-F238E27FC236}">
                  <a16:creationId xmlns:a16="http://schemas.microsoft.com/office/drawing/2014/main" id="{82AEE0FF-C8B2-9A15-27E7-F6E92CDB1149}"/>
                </a:ext>
              </a:extLst>
            </p:cNvPr>
            <p:cNvSpPr/>
            <p:nvPr/>
          </p:nvSpPr>
          <p:spPr>
            <a:xfrm>
              <a:off x="2819645" y="2138586"/>
              <a:ext cx="2004688" cy="2515253"/>
            </a:xfrm>
            <a:custGeom>
              <a:avLst/>
              <a:gdLst>
                <a:gd name="connsiteX0" fmla="*/ 1948483 w 2004688"/>
                <a:gd name="connsiteY0" fmla="*/ 1032800 h 2515253"/>
                <a:gd name="connsiteX1" fmla="*/ 1847780 w 2004688"/>
                <a:gd name="connsiteY1" fmla="*/ 1585500 h 2515253"/>
                <a:gd name="connsiteX2" fmla="*/ 1515226 w 2004688"/>
                <a:gd name="connsiteY2" fmla="*/ 1950844 h 2515253"/>
                <a:gd name="connsiteX3" fmla="*/ 2004689 w 2004688"/>
                <a:gd name="connsiteY3" fmla="*/ 2515253 h 2515253"/>
                <a:gd name="connsiteX4" fmla="*/ 1330214 w 2004688"/>
                <a:gd name="connsiteY4" fmla="*/ 2515253 h 2515253"/>
                <a:gd name="connsiteX5" fmla="*/ 992977 w 2004688"/>
                <a:gd name="connsiteY5" fmla="*/ 2065599 h 2515253"/>
                <a:gd name="connsiteX6" fmla="*/ 974241 w 2004688"/>
                <a:gd name="connsiteY6" fmla="*/ 2065599 h 2515253"/>
                <a:gd name="connsiteX7" fmla="*/ 421547 w 2004688"/>
                <a:gd name="connsiteY7" fmla="*/ 1936792 h 2515253"/>
                <a:gd name="connsiteX8" fmla="*/ 103045 w 2004688"/>
                <a:gd name="connsiteY8" fmla="*/ 1573790 h 2515253"/>
                <a:gd name="connsiteX9" fmla="*/ 0 w 2004688"/>
                <a:gd name="connsiteY9" fmla="*/ 1028116 h 2515253"/>
                <a:gd name="connsiteX10" fmla="*/ 103045 w 2004688"/>
                <a:gd name="connsiteY10" fmla="*/ 484783 h 2515253"/>
                <a:gd name="connsiteX11" fmla="*/ 423889 w 2004688"/>
                <a:gd name="connsiteY11" fmla="*/ 126465 h 2515253"/>
                <a:gd name="connsiteX12" fmla="*/ 976583 w 2004688"/>
                <a:gd name="connsiteY12" fmla="*/ 0 h 2515253"/>
                <a:gd name="connsiteX13" fmla="*/ 1533962 w 2004688"/>
                <a:gd name="connsiteY13" fmla="*/ 128807 h 2515253"/>
                <a:gd name="connsiteX14" fmla="*/ 1847780 w 2004688"/>
                <a:gd name="connsiteY14" fmla="*/ 489467 h 2515253"/>
                <a:gd name="connsiteX15" fmla="*/ 1948483 w 2004688"/>
                <a:gd name="connsiteY15" fmla="*/ 1032800 h 2515253"/>
                <a:gd name="connsiteX16" fmla="*/ 569088 w 2004688"/>
                <a:gd name="connsiteY16" fmla="*/ 1032800 h 2515253"/>
                <a:gd name="connsiteX17" fmla="*/ 662765 w 2004688"/>
                <a:gd name="connsiteY17" fmla="*/ 1459034 h 2515253"/>
                <a:gd name="connsiteX18" fmla="*/ 974241 w 2004688"/>
                <a:gd name="connsiteY18" fmla="*/ 1613603 h 2515253"/>
                <a:gd name="connsiteX19" fmla="*/ 1288059 w 2004688"/>
                <a:gd name="connsiteY19" fmla="*/ 1459034 h 2515253"/>
                <a:gd name="connsiteX20" fmla="*/ 1377053 w 2004688"/>
                <a:gd name="connsiteY20" fmla="*/ 1032800 h 2515253"/>
                <a:gd name="connsiteX21" fmla="*/ 1288059 w 2004688"/>
                <a:gd name="connsiteY21" fmla="*/ 601881 h 2515253"/>
                <a:gd name="connsiteX22" fmla="*/ 976583 w 2004688"/>
                <a:gd name="connsiteY22" fmla="*/ 444970 h 2515253"/>
                <a:gd name="connsiteX23" fmla="*/ 662765 w 2004688"/>
                <a:gd name="connsiteY23" fmla="*/ 601881 h 2515253"/>
                <a:gd name="connsiteX24" fmla="*/ 569088 w 2004688"/>
                <a:gd name="connsiteY24" fmla="*/ 1032800 h 25152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004688" h="2515253">
                  <a:moveTo>
                    <a:pt x="1948483" y="1032800"/>
                  </a:moveTo>
                  <a:cubicBezTo>
                    <a:pt x="1948483" y="1243575"/>
                    <a:pt x="1915695" y="1426247"/>
                    <a:pt x="1847780" y="1585500"/>
                  </a:cubicBezTo>
                  <a:cubicBezTo>
                    <a:pt x="1779864" y="1744752"/>
                    <a:pt x="1669793" y="1866533"/>
                    <a:pt x="1515226" y="1950844"/>
                  </a:cubicBezTo>
                  <a:lnTo>
                    <a:pt x="2004689" y="2515253"/>
                  </a:lnTo>
                  <a:lnTo>
                    <a:pt x="1330214" y="2515253"/>
                  </a:lnTo>
                  <a:lnTo>
                    <a:pt x="992977" y="2065599"/>
                  </a:lnTo>
                  <a:lnTo>
                    <a:pt x="974241" y="2065599"/>
                  </a:lnTo>
                  <a:cubicBezTo>
                    <a:pt x="749416" y="2065599"/>
                    <a:pt x="564404" y="2023444"/>
                    <a:pt x="421547" y="1936792"/>
                  </a:cubicBezTo>
                  <a:cubicBezTo>
                    <a:pt x="276347" y="1850140"/>
                    <a:pt x="170961" y="1730700"/>
                    <a:pt x="103045" y="1573790"/>
                  </a:cubicBezTo>
                  <a:cubicBezTo>
                    <a:pt x="35129" y="1419221"/>
                    <a:pt x="0" y="1236549"/>
                    <a:pt x="0" y="1028116"/>
                  </a:cubicBezTo>
                  <a:cubicBezTo>
                    <a:pt x="0" y="819682"/>
                    <a:pt x="35129" y="639352"/>
                    <a:pt x="103045" y="484783"/>
                  </a:cubicBezTo>
                  <a:cubicBezTo>
                    <a:pt x="173303" y="330215"/>
                    <a:pt x="278689" y="210775"/>
                    <a:pt x="423889" y="126465"/>
                  </a:cubicBezTo>
                  <a:cubicBezTo>
                    <a:pt x="569088" y="42155"/>
                    <a:pt x="751758" y="0"/>
                    <a:pt x="976583" y="0"/>
                  </a:cubicBezTo>
                  <a:cubicBezTo>
                    <a:pt x="1201408" y="0"/>
                    <a:pt x="1391104" y="42155"/>
                    <a:pt x="1533962" y="128807"/>
                  </a:cubicBezTo>
                  <a:cubicBezTo>
                    <a:pt x="1676819" y="213117"/>
                    <a:pt x="1782206" y="334899"/>
                    <a:pt x="1847780" y="489467"/>
                  </a:cubicBezTo>
                  <a:cubicBezTo>
                    <a:pt x="1913354" y="644036"/>
                    <a:pt x="1948483" y="824366"/>
                    <a:pt x="1948483" y="1032800"/>
                  </a:cubicBezTo>
                  <a:close/>
                  <a:moveTo>
                    <a:pt x="569088" y="1032800"/>
                  </a:moveTo>
                  <a:cubicBezTo>
                    <a:pt x="569088" y="1215472"/>
                    <a:pt x="599533" y="1355989"/>
                    <a:pt x="662765" y="1459034"/>
                  </a:cubicBezTo>
                  <a:cubicBezTo>
                    <a:pt x="725997" y="1562080"/>
                    <a:pt x="829042" y="1613603"/>
                    <a:pt x="974241" y="1613603"/>
                  </a:cubicBezTo>
                  <a:cubicBezTo>
                    <a:pt x="1119441" y="1613603"/>
                    <a:pt x="1229511" y="1562080"/>
                    <a:pt x="1288059" y="1459034"/>
                  </a:cubicBezTo>
                  <a:cubicBezTo>
                    <a:pt x="1348949" y="1355989"/>
                    <a:pt x="1377053" y="1213130"/>
                    <a:pt x="1377053" y="1032800"/>
                  </a:cubicBezTo>
                  <a:cubicBezTo>
                    <a:pt x="1377053" y="852470"/>
                    <a:pt x="1346608" y="707269"/>
                    <a:pt x="1288059" y="601881"/>
                  </a:cubicBezTo>
                  <a:cubicBezTo>
                    <a:pt x="1227169" y="496493"/>
                    <a:pt x="1124125" y="444970"/>
                    <a:pt x="976583" y="444970"/>
                  </a:cubicBezTo>
                  <a:cubicBezTo>
                    <a:pt x="829042" y="444970"/>
                    <a:pt x="723655" y="496493"/>
                    <a:pt x="662765" y="601881"/>
                  </a:cubicBezTo>
                  <a:cubicBezTo>
                    <a:pt x="601875" y="707269"/>
                    <a:pt x="569088" y="850128"/>
                    <a:pt x="569088" y="1032800"/>
                  </a:cubicBezTo>
                  <a:close/>
                </a:path>
              </a:pathLst>
            </a:custGeom>
            <a:solidFill>
              <a:srgbClr val="237864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2" name="Freihandform: Form 11">
              <a:extLst>
                <a:ext uri="{FF2B5EF4-FFF2-40B4-BE49-F238E27FC236}">
                  <a16:creationId xmlns:a16="http://schemas.microsoft.com/office/drawing/2014/main" id="{CAAEB60D-66B3-3C71-2473-EA2D2F91A4EB}"/>
                </a:ext>
              </a:extLst>
            </p:cNvPr>
            <p:cNvSpPr/>
            <p:nvPr/>
          </p:nvSpPr>
          <p:spPr>
            <a:xfrm>
              <a:off x="5014030" y="2145611"/>
              <a:ext cx="2161597" cy="2060915"/>
            </a:xfrm>
            <a:custGeom>
              <a:avLst/>
              <a:gdLst>
                <a:gd name="connsiteX0" fmla="*/ 833726 w 2161597"/>
                <a:gd name="connsiteY0" fmla="*/ 0 h 2060915"/>
                <a:gd name="connsiteX1" fmla="*/ 1281034 w 2161597"/>
                <a:gd name="connsiteY1" fmla="*/ 126465 h 2060915"/>
                <a:gd name="connsiteX2" fmla="*/ 1444968 w 2161597"/>
                <a:gd name="connsiteY2" fmla="*/ 477758 h 2060915"/>
                <a:gd name="connsiteX3" fmla="*/ 1344266 w 2161597"/>
                <a:gd name="connsiteY3" fmla="*/ 777527 h 2060915"/>
                <a:gd name="connsiteX4" fmla="*/ 1081970 w 2161597"/>
                <a:gd name="connsiteY4" fmla="*/ 1002354 h 2060915"/>
                <a:gd name="connsiteX5" fmla="*/ 1353633 w 2161597"/>
                <a:gd name="connsiteY5" fmla="*/ 1259969 h 2060915"/>
                <a:gd name="connsiteX6" fmla="*/ 1496491 w 2161597"/>
                <a:gd name="connsiteY6" fmla="*/ 903992 h 2060915"/>
                <a:gd name="connsiteX7" fmla="*/ 2053869 w 2161597"/>
                <a:gd name="connsiteY7" fmla="*/ 903992 h 2060915"/>
                <a:gd name="connsiteX8" fmla="*/ 1918037 w 2161597"/>
                <a:gd name="connsiteY8" fmla="*/ 1297440 h 2060915"/>
                <a:gd name="connsiteX9" fmla="*/ 1723658 w 2161597"/>
                <a:gd name="connsiteY9" fmla="*/ 1608919 h 2060915"/>
                <a:gd name="connsiteX10" fmla="*/ 2161598 w 2161597"/>
                <a:gd name="connsiteY10" fmla="*/ 2030470 h 2060915"/>
                <a:gd name="connsiteX11" fmla="*/ 1468388 w 2161597"/>
                <a:gd name="connsiteY11" fmla="*/ 2030470 h 2060915"/>
                <a:gd name="connsiteX12" fmla="*/ 1332556 w 2161597"/>
                <a:gd name="connsiteY12" fmla="*/ 1889953 h 2060915"/>
                <a:gd name="connsiteX13" fmla="*/ 1182673 w 2161597"/>
                <a:gd name="connsiteY13" fmla="*/ 1976605 h 2060915"/>
                <a:gd name="connsiteX14" fmla="*/ 1002344 w 2161597"/>
                <a:gd name="connsiteY14" fmla="*/ 2037496 h 2060915"/>
                <a:gd name="connsiteX15" fmla="*/ 728339 w 2161597"/>
                <a:gd name="connsiteY15" fmla="*/ 2060915 h 2060915"/>
                <a:gd name="connsiteX16" fmla="*/ 332554 w 2161597"/>
                <a:gd name="connsiteY16" fmla="*/ 1981289 h 2060915"/>
                <a:gd name="connsiteX17" fmla="*/ 84309 w 2161597"/>
                <a:gd name="connsiteY17" fmla="*/ 1768172 h 2060915"/>
                <a:gd name="connsiteX18" fmla="*/ 0 w 2161597"/>
                <a:gd name="connsiteY18" fmla="*/ 1475428 h 2060915"/>
                <a:gd name="connsiteX19" fmla="*/ 96019 w 2161597"/>
                <a:gd name="connsiteY19" fmla="*/ 1156923 h 2060915"/>
                <a:gd name="connsiteX20" fmla="*/ 372366 w 2161597"/>
                <a:gd name="connsiteY20" fmla="*/ 925070 h 2060915"/>
                <a:gd name="connsiteX21" fmla="*/ 241218 w 2161597"/>
                <a:gd name="connsiteY21" fmla="*/ 718978 h 2060915"/>
                <a:gd name="connsiteX22" fmla="*/ 194380 w 2161597"/>
                <a:gd name="connsiteY22" fmla="*/ 477758 h 2060915"/>
                <a:gd name="connsiteX23" fmla="*/ 355973 w 2161597"/>
                <a:gd name="connsiteY23" fmla="*/ 135833 h 2060915"/>
                <a:gd name="connsiteX24" fmla="*/ 833726 w 2161597"/>
                <a:gd name="connsiteY24" fmla="*/ 0 h 2060915"/>
                <a:gd name="connsiteX25" fmla="*/ 669791 w 2161597"/>
                <a:gd name="connsiteY25" fmla="*/ 1220156 h 2060915"/>
                <a:gd name="connsiteX26" fmla="*/ 583140 w 2161597"/>
                <a:gd name="connsiteY26" fmla="*/ 1318517 h 2060915"/>
                <a:gd name="connsiteX27" fmla="*/ 557378 w 2161597"/>
                <a:gd name="connsiteY27" fmla="*/ 1435615 h 2060915"/>
                <a:gd name="connsiteX28" fmla="*/ 618269 w 2161597"/>
                <a:gd name="connsiteY28" fmla="*/ 1578474 h 2060915"/>
                <a:gd name="connsiteX29" fmla="*/ 782203 w 2161597"/>
                <a:gd name="connsiteY29" fmla="*/ 1632339 h 2060915"/>
                <a:gd name="connsiteX30" fmla="*/ 920377 w 2161597"/>
                <a:gd name="connsiteY30" fmla="*/ 1611261 h 2060915"/>
                <a:gd name="connsiteX31" fmla="*/ 1009370 w 2161597"/>
                <a:gd name="connsiteY31" fmla="*/ 1564422 h 2060915"/>
                <a:gd name="connsiteX32" fmla="*/ 669791 w 2161597"/>
                <a:gd name="connsiteY32" fmla="*/ 1217814 h 2060915"/>
                <a:gd name="connsiteX33" fmla="*/ 824358 w 2161597"/>
                <a:gd name="connsiteY33" fmla="*/ 351292 h 2060915"/>
                <a:gd name="connsiteX34" fmla="*/ 723655 w 2161597"/>
                <a:gd name="connsiteY34" fmla="*/ 384080 h 2060915"/>
                <a:gd name="connsiteX35" fmla="*/ 679159 w 2161597"/>
                <a:gd name="connsiteY35" fmla="*/ 494151 h 2060915"/>
                <a:gd name="connsiteX36" fmla="*/ 716629 w 2161597"/>
                <a:gd name="connsiteY36" fmla="*/ 608907 h 2060915"/>
                <a:gd name="connsiteX37" fmla="*/ 800939 w 2161597"/>
                <a:gd name="connsiteY37" fmla="*/ 707269 h 2060915"/>
                <a:gd name="connsiteX38" fmla="*/ 920377 w 2161597"/>
                <a:gd name="connsiteY38" fmla="*/ 599539 h 2060915"/>
                <a:gd name="connsiteX39" fmla="*/ 960190 w 2161597"/>
                <a:gd name="connsiteY39" fmla="*/ 475416 h 2060915"/>
                <a:gd name="connsiteX40" fmla="*/ 920377 w 2161597"/>
                <a:gd name="connsiteY40" fmla="*/ 379396 h 2060915"/>
                <a:gd name="connsiteX41" fmla="*/ 822016 w 2161597"/>
                <a:gd name="connsiteY41" fmla="*/ 348950 h 20609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</a:cxnLst>
              <a:rect l="l" t="t" r="r" b="b"/>
              <a:pathLst>
                <a:path w="2161597" h="2060915">
                  <a:moveTo>
                    <a:pt x="833726" y="0"/>
                  </a:moveTo>
                  <a:cubicBezTo>
                    <a:pt x="1023422" y="0"/>
                    <a:pt x="1173305" y="42155"/>
                    <a:pt x="1281034" y="126465"/>
                  </a:cubicBezTo>
                  <a:cubicBezTo>
                    <a:pt x="1391104" y="210775"/>
                    <a:pt x="1444968" y="327873"/>
                    <a:pt x="1444968" y="477758"/>
                  </a:cubicBezTo>
                  <a:cubicBezTo>
                    <a:pt x="1444968" y="594855"/>
                    <a:pt x="1412181" y="693217"/>
                    <a:pt x="1344266" y="777527"/>
                  </a:cubicBezTo>
                  <a:cubicBezTo>
                    <a:pt x="1276350" y="861837"/>
                    <a:pt x="1189698" y="936780"/>
                    <a:pt x="1081970" y="1002354"/>
                  </a:cubicBezTo>
                  <a:lnTo>
                    <a:pt x="1353633" y="1259969"/>
                  </a:lnTo>
                  <a:cubicBezTo>
                    <a:pt x="1421549" y="1156923"/>
                    <a:pt x="1468388" y="1037483"/>
                    <a:pt x="1496491" y="903992"/>
                  </a:cubicBezTo>
                  <a:lnTo>
                    <a:pt x="2053869" y="903992"/>
                  </a:lnTo>
                  <a:cubicBezTo>
                    <a:pt x="2023424" y="1039825"/>
                    <a:pt x="1978928" y="1170975"/>
                    <a:pt x="1918037" y="1297440"/>
                  </a:cubicBezTo>
                  <a:cubicBezTo>
                    <a:pt x="1857147" y="1423905"/>
                    <a:pt x="1793916" y="1526951"/>
                    <a:pt x="1723658" y="1608919"/>
                  </a:cubicBezTo>
                  <a:lnTo>
                    <a:pt x="2161598" y="2030470"/>
                  </a:lnTo>
                  <a:lnTo>
                    <a:pt x="1468388" y="2030470"/>
                  </a:lnTo>
                  <a:lnTo>
                    <a:pt x="1332556" y="1889953"/>
                  </a:lnTo>
                  <a:cubicBezTo>
                    <a:pt x="1281034" y="1922740"/>
                    <a:pt x="1231853" y="1950844"/>
                    <a:pt x="1182673" y="1976605"/>
                  </a:cubicBezTo>
                  <a:cubicBezTo>
                    <a:pt x="1133492" y="2002366"/>
                    <a:pt x="1072602" y="2021102"/>
                    <a:pt x="1002344" y="2037496"/>
                  </a:cubicBezTo>
                  <a:cubicBezTo>
                    <a:pt x="932087" y="2051547"/>
                    <a:pt x="840752" y="2060915"/>
                    <a:pt x="728339" y="2060915"/>
                  </a:cubicBezTo>
                  <a:cubicBezTo>
                    <a:pt x="573772" y="2060915"/>
                    <a:pt x="440282" y="2035154"/>
                    <a:pt x="332554" y="1981289"/>
                  </a:cubicBezTo>
                  <a:cubicBezTo>
                    <a:pt x="224825" y="1927424"/>
                    <a:pt x="140515" y="1857166"/>
                    <a:pt x="84309" y="1768172"/>
                  </a:cubicBezTo>
                  <a:cubicBezTo>
                    <a:pt x="28103" y="1679178"/>
                    <a:pt x="0" y="1580816"/>
                    <a:pt x="0" y="1475428"/>
                  </a:cubicBezTo>
                  <a:cubicBezTo>
                    <a:pt x="0" y="1355989"/>
                    <a:pt x="32787" y="1248259"/>
                    <a:pt x="96019" y="1156923"/>
                  </a:cubicBezTo>
                  <a:cubicBezTo>
                    <a:pt x="161593" y="1063245"/>
                    <a:pt x="252928" y="985961"/>
                    <a:pt x="372366" y="925070"/>
                  </a:cubicBezTo>
                  <a:cubicBezTo>
                    <a:pt x="316160" y="859495"/>
                    <a:pt x="271663" y="791579"/>
                    <a:pt x="241218" y="718978"/>
                  </a:cubicBezTo>
                  <a:cubicBezTo>
                    <a:pt x="208432" y="648720"/>
                    <a:pt x="194380" y="566752"/>
                    <a:pt x="194380" y="477758"/>
                  </a:cubicBezTo>
                  <a:cubicBezTo>
                    <a:pt x="194380" y="339583"/>
                    <a:pt x="248244" y="224827"/>
                    <a:pt x="355973" y="135833"/>
                  </a:cubicBezTo>
                  <a:cubicBezTo>
                    <a:pt x="466043" y="46839"/>
                    <a:pt x="625294" y="0"/>
                    <a:pt x="833726" y="0"/>
                  </a:cubicBezTo>
                  <a:close/>
                  <a:moveTo>
                    <a:pt x="669791" y="1220156"/>
                  </a:moveTo>
                  <a:cubicBezTo>
                    <a:pt x="629978" y="1250601"/>
                    <a:pt x="601875" y="1283388"/>
                    <a:pt x="583140" y="1318517"/>
                  </a:cubicBezTo>
                  <a:cubicBezTo>
                    <a:pt x="564404" y="1353647"/>
                    <a:pt x="557378" y="1393460"/>
                    <a:pt x="557378" y="1435615"/>
                  </a:cubicBezTo>
                  <a:cubicBezTo>
                    <a:pt x="557378" y="1494164"/>
                    <a:pt x="578456" y="1541003"/>
                    <a:pt x="618269" y="1578474"/>
                  </a:cubicBezTo>
                  <a:cubicBezTo>
                    <a:pt x="660423" y="1615945"/>
                    <a:pt x="714288" y="1632339"/>
                    <a:pt x="782203" y="1632339"/>
                  </a:cubicBezTo>
                  <a:cubicBezTo>
                    <a:pt x="833726" y="1632339"/>
                    <a:pt x="880564" y="1625313"/>
                    <a:pt x="920377" y="1611261"/>
                  </a:cubicBezTo>
                  <a:cubicBezTo>
                    <a:pt x="960190" y="1597209"/>
                    <a:pt x="990635" y="1580816"/>
                    <a:pt x="1009370" y="1564422"/>
                  </a:cubicBezTo>
                  <a:lnTo>
                    <a:pt x="669791" y="1217814"/>
                  </a:lnTo>
                  <a:close/>
                  <a:moveTo>
                    <a:pt x="824358" y="351292"/>
                  </a:moveTo>
                  <a:cubicBezTo>
                    <a:pt x="786887" y="351292"/>
                    <a:pt x="754100" y="363002"/>
                    <a:pt x="723655" y="384080"/>
                  </a:cubicBezTo>
                  <a:cubicBezTo>
                    <a:pt x="695552" y="407499"/>
                    <a:pt x="679159" y="442628"/>
                    <a:pt x="679159" y="494151"/>
                  </a:cubicBezTo>
                  <a:cubicBezTo>
                    <a:pt x="679159" y="536306"/>
                    <a:pt x="690868" y="573778"/>
                    <a:pt x="716629" y="608907"/>
                  </a:cubicBezTo>
                  <a:cubicBezTo>
                    <a:pt x="740049" y="644036"/>
                    <a:pt x="768152" y="676823"/>
                    <a:pt x="800939" y="707269"/>
                  </a:cubicBezTo>
                  <a:cubicBezTo>
                    <a:pt x="852461" y="676823"/>
                    <a:pt x="892274" y="641694"/>
                    <a:pt x="920377" y="599539"/>
                  </a:cubicBezTo>
                  <a:cubicBezTo>
                    <a:pt x="948480" y="557384"/>
                    <a:pt x="960190" y="517571"/>
                    <a:pt x="960190" y="475416"/>
                  </a:cubicBezTo>
                  <a:cubicBezTo>
                    <a:pt x="960190" y="430919"/>
                    <a:pt x="946138" y="398131"/>
                    <a:pt x="920377" y="379396"/>
                  </a:cubicBezTo>
                  <a:cubicBezTo>
                    <a:pt x="894616" y="360660"/>
                    <a:pt x="861829" y="348950"/>
                    <a:pt x="822016" y="348950"/>
                  </a:cubicBezTo>
                  <a:close/>
                </a:path>
              </a:pathLst>
            </a:custGeom>
            <a:solidFill>
              <a:srgbClr val="237864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3" name="Freihandform: Form 12">
              <a:extLst>
                <a:ext uri="{FF2B5EF4-FFF2-40B4-BE49-F238E27FC236}">
                  <a16:creationId xmlns:a16="http://schemas.microsoft.com/office/drawing/2014/main" id="{E91663BC-3829-501A-0B21-B1B4B2F36740}"/>
                </a:ext>
              </a:extLst>
            </p:cNvPr>
            <p:cNvSpPr/>
            <p:nvPr/>
          </p:nvSpPr>
          <p:spPr>
            <a:xfrm>
              <a:off x="7334879" y="2164347"/>
              <a:ext cx="2037475" cy="2014076"/>
            </a:xfrm>
            <a:custGeom>
              <a:avLst/>
              <a:gdLst>
                <a:gd name="connsiteX0" fmla="*/ 1444968 w 2037475"/>
                <a:gd name="connsiteY0" fmla="*/ 2014076 h 2014076"/>
                <a:gd name="connsiteX1" fmla="*/ 1346608 w 2037475"/>
                <a:gd name="connsiteY1" fmla="*/ 1637023 h 2014076"/>
                <a:gd name="connsiteX2" fmla="*/ 695552 w 2037475"/>
                <a:gd name="connsiteY2" fmla="*/ 1637023 h 2014076"/>
                <a:gd name="connsiteX3" fmla="*/ 594849 w 2037475"/>
                <a:gd name="connsiteY3" fmla="*/ 2014076 h 2014076"/>
                <a:gd name="connsiteX4" fmla="*/ 0 w 2037475"/>
                <a:gd name="connsiteY4" fmla="*/ 2014076 h 2014076"/>
                <a:gd name="connsiteX5" fmla="*/ 653397 w 2037475"/>
                <a:gd name="connsiteY5" fmla="*/ 0 h 2014076"/>
                <a:gd name="connsiteX6" fmla="*/ 1374710 w 2037475"/>
                <a:gd name="connsiteY6" fmla="*/ 0 h 2014076"/>
                <a:gd name="connsiteX7" fmla="*/ 2037475 w 2037475"/>
                <a:gd name="connsiteY7" fmla="*/ 2014076 h 2014076"/>
                <a:gd name="connsiteX8" fmla="*/ 1444968 w 2037475"/>
                <a:gd name="connsiteY8" fmla="*/ 2014076 h 2014076"/>
                <a:gd name="connsiteX9" fmla="*/ 1147544 w 2037475"/>
                <a:gd name="connsiteY9" fmla="*/ 864179 h 2014076"/>
                <a:gd name="connsiteX10" fmla="*/ 1107731 w 2037475"/>
                <a:gd name="connsiteY10" fmla="*/ 711953 h 2014076"/>
                <a:gd name="connsiteX11" fmla="*/ 1056208 w 2037475"/>
                <a:gd name="connsiteY11" fmla="*/ 505861 h 2014076"/>
                <a:gd name="connsiteX12" fmla="*/ 1016396 w 2037475"/>
                <a:gd name="connsiteY12" fmla="*/ 332557 h 2014076"/>
                <a:gd name="connsiteX13" fmla="*/ 981267 w 2037475"/>
                <a:gd name="connsiteY13" fmla="*/ 501177 h 2014076"/>
                <a:gd name="connsiteX14" fmla="*/ 934428 w 2037475"/>
                <a:gd name="connsiteY14" fmla="*/ 700243 h 2014076"/>
                <a:gd name="connsiteX15" fmla="*/ 894616 w 2037475"/>
                <a:gd name="connsiteY15" fmla="*/ 866521 h 2014076"/>
                <a:gd name="connsiteX16" fmla="*/ 807964 w 2037475"/>
                <a:gd name="connsiteY16" fmla="*/ 1194394 h 2014076"/>
                <a:gd name="connsiteX17" fmla="*/ 1234195 w 2037475"/>
                <a:gd name="connsiteY17" fmla="*/ 1194394 h 2014076"/>
                <a:gd name="connsiteX18" fmla="*/ 1147544 w 2037475"/>
                <a:gd name="connsiteY18" fmla="*/ 866521 h 20140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037475" h="2014076">
                  <a:moveTo>
                    <a:pt x="1444968" y="2014076"/>
                  </a:moveTo>
                  <a:lnTo>
                    <a:pt x="1346608" y="1637023"/>
                  </a:lnTo>
                  <a:lnTo>
                    <a:pt x="695552" y="1637023"/>
                  </a:lnTo>
                  <a:lnTo>
                    <a:pt x="594849" y="2014076"/>
                  </a:lnTo>
                  <a:lnTo>
                    <a:pt x="0" y="2014076"/>
                  </a:lnTo>
                  <a:lnTo>
                    <a:pt x="653397" y="0"/>
                  </a:lnTo>
                  <a:lnTo>
                    <a:pt x="1374710" y="0"/>
                  </a:lnTo>
                  <a:lnTo>
                    <a:pt x="2037475" y="2014076"/>
                  </a:lnTo>
                  <a:lnTo>
                    <a:pt x="1444968" y="2014076"/>
                  </a:lnTo>
                  <a:close/>
                  <a:moveTo>
                    <a:pt x="1147544" y="864179"/>
                  </a:moveTo>
                  <a:cubicBezTo>
                    <a:pt x="1138176" y="829050"/>
                    <a:pt x="1124124" y="777527"/>
                    <a:pt x="1107731" y="711953"/>
                  </a:cubicBezTo>
                  <a:cubicBezTo>
                    <a:pt x="1091338" y="646378"/>
                    <a:pt x="1074944" y="576119"/>
                    <a:pt x="1056208" y="505861"/>
                  </a:cubicBezTo>
                  <a:cubicBezTo>
                    <a:pt x="1039815" y="435603"/>
                    <a:pt x="1025763" y="377054"/>
                    <a:pt x="1016396" y="332557"/>
                  </a:cubicBezTo>
                  <a:cubicBezTo>
                    <a:pt x="1009370" y="377054"/>
                    <a:pt x="997660" y="433261"/>
                    <a:pt x="981267" y="501177"/>
                  </a:cubicBezTo>
                  <a:cubicBezTo>
                    <a:pt x="964873" y="569094"/>
                    <a:pt x="948480" y="634668"/>
                    <a:pt x="934428" y="700243"/>
                  </a:cubicBezTo>
                  <a:cubicBezTo>
                    <a:pt x="918035" y="765817"/>
                    <a:pt x="903983" y="822024"/>
                    <a:pt x="894616" y="866521"/>
                  </a:cubicBezTo>
                  <a:lnTo>
                    <a:pt x="807964" y="1194394"/>
                  </a:lnTo>
                  <a:lnTo>
                    <a:pt x="1234195" y="1194394"/>
                  </a:lnTo>
                  <a:lnTo>
                    <a:pt x="1147544" y="866521"/>
                  </a:lnTo>
                  <a:close/>
                </a:path>
              </a:pathLst>
            </a:custGeom>
            <a:solidFill>
              <a:srgbClr val="237864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</p:grpSp>
      <p:grpSp>
        <p:nvGrpSpPr>
          <p:cNvPr id="6" name="Gruppieren 5">
            <a:extLst>
              <a:ext uri="{FF2B5EF4-FFF2-40B4-BE49-F238E27FC236}">
                <a16:creationId xmlns:a16="http://schemas.microsoft.com/office/drawing/2014/main" id="{B00A0AEE-315A-216A-B824-50760DDD18D0}"/>
              </a:ext>
            </a:extLst>
          </p:cNvPr>
          <p:cNvGrpSpPr/>
          <p:nvPr/>
        </p:nvGrpSpPr>
        <p:grpSpPr>
          <a:xfrm>
            <a:off x="2819646" y="2171374"/>
            <a:ext cx="6552709" cy="2515253"/>
            <a:chOff x="2819645" y="2138586"/>
            <a:chExt cx="6552709" cy="2515253"/>
          </a:xfrm>
        </p:grpSpPr>
        <p:sp>
          <p:nvSpPr>
            <p:cNvPr id="7" name="Freihandform: Form 6">
              <a:extLst>
                <a:ext uri="{FF2B5EF4-FFF2-40B4-BE49-F238E27FC236}">
                  <a16:creationId xmlns:a16="http://schemas.microsoft.com/office/drawing/2014/main" id="{3519E45B-C904-4AB9-DC97-CF094459E785}"/>
                </a:ext>
              </a:extLst>
            </p:cNvPr>
            <p:cNvSpPr/>
            <p:nvPr/>
          </p:nvSpPr>
          <p:spPr>
            <a:xfrm>
              <a:off x="2819645" y="2138586"/>
              <a:ext cx="2004688" cy="2515253"/>
            </a:xfrm>
            <a:custGeom>
              <a:avLst/>
              <a:gdLst>
                <a:gd name="connsiteX0" fmla="*/ 1948483 w 2004688"/>
                <a:gd name="connsiteY0" fmla="*/ 1032800 h 2515253"/>
                <a:gd name="connsiteX1" fmla="*/ 1847780 w 2004688"/>
                <a:gd name="connsiteY1" fmla="*/ 1585500 h 2515253"/>
                <a:gd name="connsiteX2" fmla="*/ 1515226 w 2004688"/>
                <a:gd name="connsiteY2" fmla="*/ 1950844 h 2515253"/>
                <a:gd name="connsiteX3" fmla="*/ 2004689 w 2004688"/>
                <a:gd name="connsiteY3" fmla="*/ 2515253 h 2515253"/>
                <a:gd name="connsiteX4" fmla="*/ 1330214 w 2004688"/>
                <a:gd name="connsiteY4" fmla="*/ 2515253 h 2515253"/>
                <a:gd name="connsiteX5" fmla="*/ 992977 w 2004688"/>
                <a:gd name="connsiteY5" fmla="*/ 2065599 h 2515253"/>
                <a:gd name="connsiteX6" fmla="*/ 974241 w 2004688"/>
                <a:gd name="connsiteY6" fmla="*/ 2065599 h 2515253"/>
                <a:gd name="connsiteX7" fmla="*/ 421547 w 2004688"/>
                <a:gd name="connsiteY7" fmla="*/ 1936792 h 2515253"/>
                <a:gd name="connsiteX8" fmla="*/ 103045 w 2004688"/>
                <a:gd name="connsiteY8" fmla="*/ 1573790 h 2515253"/>
                <a:gd name="connsiteX9" fmla="*/ 0 w 2004688"/>
                <a:gd name="connsiteY9" fmla="*/ 1028116 h 2515253"/>
                <a:gd name="connsiteX10" fmla="*/ 103045 w 2004688"/>
                <a:gd name="connsiteY10" fmla="*/ 484783 h 2515253"/>
                <a:gd name="connsiteX11" fmla="*/ 423889 w 2004688"/>
                <a:gd name="connsiteY11" fmla="*/ 126465 h 2515253"/>
                <a:gd name="connsiteX12" fmla="*/ 976583 w 2004688"/>
                <a:gd name="connsiteY12" fmla="*/ 0 h 2515253"/>
                <a:gd name="connsiteX13" fmla="*/ 1533962 w 2004688"/>
                <a:gd name="connsiteY13" fmla="*/ 128807 h 2515253"/>
                <a:gd name="connsiteX14" fmla="*/ 1847780 w 2004688"/>
                <a:gd name="connsiteY14" fmla="*/ 489467 h 2515253"/>
                <a:gd name="connsiteX15" fmla="*/ 1948483 w 2004688"/>
                <a:gd name="connsiteY15" fmla="*/ 1032800 h 2515253"/>
                <a:gd name="connsiteX16" fmla="*/ 569088 w 2004688"/>
                <a:gd name="connsiteY16" fmla="*/ 1032800 h 2515253"/>
                <a:gd name="connsiteX17" fmla="*/ 662765 w 2004688"/>
                <a:gd name="connsiteY17" fmla="*/ 1459034 h 2515253"/>
                <a:gd name="connsiteX18" fmla="*/ 974241 w 2004688"/>
                <a:gd name="connsiteY18" fmla="*/ 1613603 h 2515253"/>
                <a:gd name="connsiteX19" fmla="*/ 1288059 w 2004688"/>
                <a:gd name="connsiteY19" fmla="*/ 1459034 h 2515253"/>
                <a:gd name="connsiteX20" fmla="*/ 1377053 w 2004688"/>
                <a:gd name="connsiteY20" fmla="*/ 1032800 h 2515253"/>
                <a:gd name="connsiteX21" fmla="*/ 1288059 w 2004688"/>
                <a:gd name="connsiteY21" fmla="*/ 601881 h 2515253"/>
                <a:gd name="connsiteX22" fmla="*/ 976583 w 2004688"/>
                <a:gd name="connsiteY22" fmla="*/ 444970 h 2515253"/>
                <a:gd name="connsiteX23" fmla="*/ 662765 w 2004688"/>
                <a:gd name="connsiteY23" fmla="*/ 601881 h 2515253"/>
                <a:gd name="connsiteX24" fmla="*/ 569088 w 2004688"/>
                <a:gd name="connsiteY24" fmla="*/ 1032800 h 25152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004688" h="2515253">
                  <a:moveTo>
                    <a:pt x="1948483" y="1032800"/>
                  </a:moveTo>
                  <a:cubicBezTo>
                    <a:pt x="1948483" y="1243575"/>
                    <a:pt x="1915695" y="1426247"/>
                    <a:pt x="1847780" y="1585500"/>
                  </a:cubicBezTo>
                  <a:cubicBezTo>
                    <a:pt x="1779864" y="1744752"/>
                    <a:pt x="1669793" y="1866533"/>
                    <a:pt x="1515226" y="1950844"/>
                  </a:cubicBezTo>
                  <a:lnTo>
                    <a:pt x="2004689" y="2515253"/>
                  </a:lnTo>
                  <a:lnTo>
                    <a:pt x="1330214" y="2515253"/>
                  </a:lnTo>
                  <a:lnTo>
                    <a:pt x="992977" y="2065599"/>
                  </a:lnTo>
                  <a:lnTo>
                    <a:pt x="974241" y="2065599"/>
                  </a:lnTo>
                  <a:cubicBezTo>
                    <a:pt x="749416" y="2065599"/>
                    <a:pt x="564404" y="2023444"/>
                    <a:pt x="421547" y="1936792"/>
                  </a:cubicBezTo>
                  <a:cubicBezTo>
                    <a:pt x="276347" y="1850140"/>
                    <a:pt x="170961" y="1730700"/>
                    <a:pt x="103045" y="1573790"/>
                  </a:cubicBezTo>
                  <a:cubicBezTo>
                    <a:pt x="35129" y="1419221"/>
                    <a:pt x="0" y="1236549"/>
                    <a:pt x="0" y="1028116"/>
                  </a:cubicBezTo>
                  <a:cubicBezTo>
                    <a:pt x="0" y="819682"/>
                    <a:pt x="35129" y="639352"/>
                    <a:pt x="103045" y="484783"/>
                  </a:cubicBezTo>
                  <a:cubicBezTo>
                    <a:pt x="173303" y="330215"/>
                    <a:pt x="278689" y="210775"/>
                    <a:pt x="423889" y="126465"/>
                  </a:cubicBezTo>
                  <a:cubicBezTo>
                    <a:pt x="569088" y="42155"/>
                    <a:pt x="751758" y="0"/>
                    <a:pt x="976583" y="0"/>
                  </a:cubicBezTo>
                  <a:cubicBezTo>
                    <a:pt x="1201408" y="0"/>
                    <a:pt x="1391104" y="42155"/>
                    <a:pt x="1533962" y="128807"/>
                  </a:cubicBezTo>
                  <a:cubicBezTo>
                    <a:pt x="1676819" y="213117"/>
                    <a:pt x="1782206" y="334899"/>
                    <a:pt x="1847780" y="489467"/>
                  </a:cubicBezTo>
                  <a:cubicBezTo>
                    <a:pt x="1913354" y="644036"/>
                    <a:pt x="1948483" y="824366"/>
                    <a:pt x="1948483" y="1032800"/>
                  </a:cubicBezTo>
                  <a:close/>
                  <a:moveTo>
                    <a:pt x="569088" y="1032800"/>
                  </a:moveTo>
                  <a:cubicBezTo>
                    <a:pt x="569088" y="1215472"/>
                    <a:pt x="599533" y="1355989"/>
                    <a:pt x="662765" y="1459034"/>
                  </a:cubicBezTo>
                  <a:cubicBezTo>
                    <a:pt x="725997" y="1562080"/>
                    <a:pt x="829042" y="1613603"/>
                    <a:pt x="974241" y="1613603"/>
                  </a:cubicBezTo>
                  <a:cubicBezTo>
                    <a:pt x="1119441" y="1613603"/>
                    <a:pt x="1229511" y="1562080"/>
                    <a:pt x="1288059" y="1459034"/>
                  </a:cubicBezTo>
                  <a:cubicBezTo>
                    <a:pt x="1348949" y="1355989"/>
                    <a:pt x="1377053" y="1213130"/>
                    <a:pt x="1377053" y="1032800"/>
                  </a:cubicBezTo>
                  <a:cubicBezTo>
                    <a:pt x="1377053" y="852470"/>
                    <a:pt x="1346608" y="707269"/>
                    <a:pt x="1288059" y="601881"/>
                  </a:cubicBezTo>
                  <a:cubicBezTo>
                    <a:pt x="1227169" y="496493"/>
                    <a:pt x="1124125" y="444970"/>
                    <a:pt x="976583" y="444970"/>
                  </a:cubicBezTo>
                  <a:cubicBezTo>
                    <a:pt x="829042" y="444970"/>
                    <a:pt x="723655" y="496493"/>
                    <a:pt x="662765" y="601881"/>
                  </a:cubicBezTo>
                  <a:cubicBezTo>
                    <a:pt x="601875" y="707269"/>
                    <a:pt x="569088" y="850128"/>
                    <a:pt x="569088" y="1032800"/>
                  </a:cubicBezTo>
                  <a:close/>
                </a:path>
              </a:pathLst>
            </a:custGeom>
            <a:solidFill>
              <a:srgbClr val="237864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8" name="Freihandform: Form 7">
              <a:extLst>
                <a:ext uri="{FF2B5EF4-FFF2-40B4-BE49-F238E27FC236}">
                  <a16:creationId xmlns:a16="http://schemas.microsoft.com/office/drawing/2014/main" id="{F604F882-1278-F975-67CD-BCEB7853A553}"/>
                </a:ext>
              </a:extLst>
            </p:cNvPr>
            <p:cNvSpPr/>
            <p:nvPr/>
          </p:nvSpPr>
          <p:spPr>
            <a:xfrm>
              <a:off x="5014030" y="2145611"/>
              <a:ext cx="2161597" cy="2060915"/>
            </a:xfrm>
            <a:custGeom>
              <a:avLst/>
              <a:gdLst>
                <a:gd name="connsiteX0" fmla="*/ 833726 w 2161597"/>
                <a:gd name="connsiteY0" fmla="*/ 0 h 2060915"/>
                <a:gd name="connsiteX1" fmla="*/ 1281034 w 2161597"/>
                <a:gd name="connsiteY1" fmla="*/ 126465 h 2060915"/>
                <a:gd name="connsiteX2" fmla="*/ 1444968 w 2161597"/>
                <a:gd name="connsiteY2" fmla="*/ 477758 h 2060915"/>
                <a:gd name="connsiteX3" fmla="*/ 1344266 w 2161597"/>
                <a:gd name="connsiteY3" fmla="*/ 777527 h 2060915"/>
                <a:gd name="connsiteX4" fmla="*/ 1081970 w 2161597"/>
                <a:gd name="connsiteY4" fmla="*/ 1002354 h 2060915"/>
                <a:gd name="connsiteX5" fmla="*/ 1353633 w 2161597"/>
                <a:gd name="connsiteY5" fmla="*/ 1259969 h 2060915"/>
                <a:gd name="connsiteX6" fmla="*/ 1496491 w 2161597"/>
                <a:gd name="connsiteY6" fmla="*/ 903992 h 2060915"/>
                <a:gd name="connsiteX7" fmla="*/ 2053869 w 2161597"/>
                <a:gd name="connsiteY7" fmla="*/ 903992 h 2060915"/>
                <a:gd name="connsiteX8" fmla="*/ 1918037 w 2161597"/>
                <a:gd name="connsiteY8" fmla="*/ 1297440 h 2060915"/>
                <a:gd name="connsiteX9" fmla="*/ 1723658 w 2161597"/>
                <a:gd name="connsiteY9" fmla="*/ 1608919 h 2060915"/>
                <a:gd name="connsiteX10" fmla="*/ 2161598 w 2161597"/>
                <a:gd name="connsiteY10" fmla="*/ 2030470 h 2060915"/>
                <a:gd name="connsiteX11" fmla="*/ 1468388 w 2161597"/>
                <a:gd name="connsiteY11" fmla="*/ 2030470 h 2060915"/>
                <a:gd name="connsiteX12" fmla="*/ 1332556 w 2161597"/>
                <a:gd name="connsiteY12" fmla="*/ 1889953 h 2060915"/>
                <a:gd name="connsiteX13" fmla="*/ 1182673 w 2161597"/>
                <a:gd name="connsiteY13" fmla="*/ 1976605 h 2060915"/>
                <a:gd name="connsiteX14" fmla="*/ 1002344 w 2161597"/>
                <a:gd name="connsiteY14" fmla="*/ 2037496 h 2060915"/>
                <a:gd name="connsiteX15" fmla="*/ 728339 w 2161597"/>
                <a:gd name="connsiteY15" fmla="*/ 2060915 h 2060915"/>
                <a:gd name="connsiteX16" fmla="*/ 332554 w 2161597"/>
                <a:gd name="connsiteY16" fmla="*/ 1981289 h 2060915"/>
                <a:gd name="connsiteX17" fmla="*/ 84309 w 2161597"/>
                <a:gd name="connsiteY17" fmla="*/ 1768172 h 2060915"/>
                <a:gd name="connsiteX18" fmla="*/ 0 w 2161597"/>
                <a:gd name="connsiteY18" fmla="*/ 1475428 h 2060915"/>
                <a:gd name="connsiteX19" fmla="*/ 96019 w 2161597"/>
                <a:gd name="connsiteY19" fmla="*/ 1156923 h 2060915"/>
                <a:gd name="connsiteX20" fmla="*/ 372366 w 2161597"/>
                <a:gd name="connsiteY20" fmla="*/ 925070 h 2060915"/>
                <a:gd name="connsiteX21" fmla="*/ 241218 w 2161597"/>
                <a:gd name="connsiteY21" fmla="*/ 718978 h 2060915"/>
                <a:gd name="connsiteX22" fmla="*/ 194380 w 2161597"/>
                <a:gd name="connsiteY22" fmla="*/ 477758 h 2060915"/>
                <a:gd name="connsiteX23" fmla="*/ 355973 w 2161597"/>
                <a:gd name="connsiteY23" fmla="*/ 135833 h 2060915"/>
                <a:gd name="connsiteX24" fmla="*/ 833726 w 2161597"/>
                <a:gd name="connsiteY24" fmla="*/ 0 h 2060915"/>
                <a:gd name="connsiteX25" fmla="*/ 669791 w 2161597"/>
                <a:gd name="connsiteY25" fmla="*/ 1220156 h 2060915"/>
                <a:gd name="connsiteX26" fmla="*/ 583140 w 2161597"/>
                <a:gd name="connsiteY26" fmla="*/ 1318517 h 2060915"/>
                <a:gd name="connsiteX27" fmla="*/ 557378 w 2161597"/>
                <a:gd name="connsiteY27" fmla="*/ 1435615 h 2060915"/>
                <a:gd name="connsiteX28" fmla="*/ 618269 w 2161597"/>
                <a:gd name="connsiteY28" fmla="*/ 1578474 h 2060915"/>
                <a:gd name="connsiteX29" fmla="*/ 782203 w 2161597"/>
                <a:gd name="connsiteY29" fmla="*/ 1632339 h 2060915"/>
                <a:gd name="connsiteX30" fmla="*/ 920377 w 2161597"/>
                <a:gd name="connsiteY30" fmla="*/ 1611261 h 2060915"/>
                <a:gd name="connsiteX31" fmla="*/ 1009370 w 2161597"/>
                <a:gd name="connsiteY31" fmla="*/ 1564422 h 2060915"/>
                <a:gd name="connsiteX32" fmla="*/ 669791 w 2161597"/>
                <a:gd name="connsiteY32" fmla="*/ 1217814 h 2060915"/>
                <a:gd name="connsiteX33" fmla="*/ 824358 w 2161597"/>
                <a:gd name="connsiteY33" fmla="*/ 351292 h 2060915"/>
                <a:gd name="connsiteX34" fmla="*/ 723655 w 2161597"/>
                <a:gd name="connsiteY34" fmla="*/ 384080 h 2060915"/>
                <a:gd name="connsiteX35" fmla="*/ 679159 w 2161597"/>
                <a:gd name="connsiteY35" fmla="*/ 494151 h 2060915"/>
                <a:gd name="connsiteX36" fmla="*/ 716629 w 2161597"/>
                <a:gd name="connsiteY36" fmla="*/ 608907 h 2060915"/>
                <a:gd name="connsiteX37" fmla="*/ 800939 w 2161597"/>
                <a:gd name="connsiteY37" fmla="*/ 707269 h 2060915"/>
                <a:gd name="connsiteX38" fmla="*/ 920377 w 2161597"/>
                <a:gd name="connsiteY38" fmla="*/ 599539 h 2060915"/>
                <a:gd name="connsiteX39" fmla="*/ 960190 w 2161597"/>
                <a:gd name="connsiteY39" fmla="*/ 475416 h 2060915"/>
                <a:gd name="connsiteX40" fmla="*/ 920377 w 2161597"/>
                <a:gd name="connsiteY40" fmla="*/ 379396 h 2060915"/>
                <a:gd name="connsiteX41" fmla="*/ 822016 w 2161597"/>
                <a:gd name="connsiteY41" fmla="*/ 348950 h 20609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</a:cxnLst>
              <a:rect l="l" t="t" r="r" b="b"/>
              <a:pathLst>
                <a:path w="2161597" h="2060915">
                  <a:moveTo>
                    <a:pt x="833726" y="0"/>
                  </a:moveTo>
                  <a:cubicBezTo>
                    <a:pt x="1023422" y="0"/>
                    <a:pt x="1173305" y="42155"/>
                    <a:pt x="1281034" y="126465"/>
                  </a:cubicBezTo>
                  <a:cubicBezTo>
                    <a:pt x="1391104" y="210775"/>
                    <a:pt x="1444968" y="327873"/>
                    <a:pt x="1444968" y="477758"/>
                  </a:cubicBezTo>
                  <a:cubicBezTo>
                    <a:pt x="1444968" y="594855"/>
                    <a:pt x="1412181" y="693217"/>
                    <a:pt x="1344266" y="777527"/>
                  </a:cubicBezTo>
                  <a:cubicBezTo>
                    <a:pt x="1276350" y="861837"/>
                    <a:pt x="1189698" y="936780"/>
                    <a:pt x="1081970" y="1002354"/>
                  </a:cubicBezTo>
                  <a:lnTo>
                    <a:pt x="1353633" y="1259969"/>
                  </a:lnTo>
                  <a:cubicBezTo>
                    <a:pt x="1421549" y="1156923"/>
                    <a:pt x="1468388" y="1037483"/>
                    <a:pt x="1496491" y="903992"/>
                  </a:cubicBezTo>
                  <a:lnTo>
                    <a:pt x="2053869" y="903992"/>
                  </a:lnTo>
                  <a:cubicBezTo>
                    <a:pt x="2023424" y="1039825"/>
                    <a:pt x="1978928" y="1170975"/>
                    <a:pt x="1918037" y="1297440"/>
                  </a:cubicBezTo>
                  <a:cubicBezTo>
                    <a:pt x="1857147" y="1423905"/>
                    <a:pt x="1793916" y="1526951"/>
                    <a:pt x="1723658" y="1608919"/>
                  </a:cubicBezTo>
                  <a:lnTo>
                    <a:pt x="2161598" y="2030470"/>
                  </a:lnTo>
                  <a:lnTo>
                    <a:pt x="1468388" y="2030470"/>
                  </a:lnTo>
                  <a:lnTo>
                    <a:pt x="1332556" y="1889953"/>
                  </a:lnTo>
                  <a:cubicBezTo>
                    <a:pt x="1281034" y="1922740"/>
                    <a:pt x="1231853" y="1950844"/>
                    <a:pt x="1182673" y="1976605"/>
                  </a:cubicBezTo>
                  <a:cubicBezTo>
                    <a:pt x="1133492" y="2002366"/>
                    <a:pt x="1072602" y="2021102"/>
                    <a:pt x="1002344" y="2037496"/>
                  </a:cubicBezTo>
                  <a:cubicBezTo>
                    <a:pt x="932087" y="2051547"/>
                    <a:pt x="840752" y="2060915"/>
                    <a:pt x="728339" y="2060915"/>
                  </a:cubicBezTo>
                  <a:cubicBezTo>
                    <a:pt x="573772" y="2060915"/>
                    <a:pt x="440282" y="2035154"/>
                    <a:pt x="332554" y="1981289"/>
                  </a:cubicBezTo>
                  <a:cubicBezTo>
                    <a:pt x="224825" y="1927424"/>
                    <a:pt x="140515" y="1857166"/>
                    <a:pt x="84309" y="1768172"/>
                  </a:cubicBezTo>
                  <a:cubicBezTo>
                    <a:pt x="28103" y="1679178"/>
                    <a:pt x="0" y="1580816"/>
                    <a:pt x="0" y="1475428"/>
                  </a:cubicBezTo>
                  <a:cubicBezTo>
                    <a:pt x="0" y="1355989"/>
                    <a:pt x="32787" y="1248259"/>
                    <a:pt x="96019" y="1156923"/>
                  </a:cubicBezTo>
                  <a:cubicBezTo>
                    <a:pt x="161593" y="1063245"/>
                    <a:pt x="252928" y="985961"/>
                    <a:pt x="372366" y="925070"/>
                  </a:cubicBezTo>
                  <a:cubicBezTo>
                    <a:pt x="316160" y="859495"/>
                    <a:pt x="271663" y="791579"/>
                    <a:pt x="241218" y="718978"/>
                  </a:cubicBezTo>
                  <a:cubicBezTo>
                    <a:pt x="208432" y="648720"/>
                    <a:pt x="194380" y="566752"/>
                    <a:pt x="194380" y="477758"/>
                  </a:cubicBezTo>
                  <a:cubicBezTo>
                    <a:pt x="194380" y="339583"/>
                    <a:pt x="248244" y="224827"/>
                    <a:pt x="355973" y="135833"/>
                  </a:cubicBezTo>
                  <a:cubicBezTo>
                    <a:pt x="466043" y="46839"/>
                    <a:pt x="625294" y="0"/>
                    <a:pt x="833726" y="0"/>
                  </a:cubicBezTo>
                  <a:close/>
                  <a:moveTo>
                    <a:pt x="669791" y="1220156"/>
                  </a:moveTo>
                  <a:cubicBezTo>
                    <a:pt x="629978" y="1250601"/>
                    <a:pt x="601875" y="1283388"/>
                    <a:pt x="583140" y="1318517"/>
                  </a:cubicBezTo>
                  <a:cubicBezTo>
                    <a:pt x="564404" y="1353647"/>
                    <a:pt x="557378" y="1393460"/>
                    <a:pt x="557378" y="1435615"/>
                  </a:cubicBezTo>
                  <a:cubicBezTo>
                    <a:pt x="557378" y="1494164"/>
                    <a:pt x="578456" y="1541003"/>
                    <a:pt x="618269" y="1578474"/>
                  </a:cubicBezTo>
                  <a:cubicBezTo>
                    <a:pt x="660423" y="1615945"/>
                    <a:pt x="714288" y="1632339"/>
                    <a:pt x="782203" y="1632339"/>
                  </a:cubicBezTo>
                  <a:cubicBezTo>
                    <a:pt x="833726" y="1632339"/>
                    <a:pt x="880564" y="1625313"/>
                    <a:pt x="920377" y="1611261"/>
                  </a:cubicBezTo>
                  <a:cubicBezTo>
                    <a:pt x="960190" y="1597209"/>
                    <a:pt x="990635" y="1580816"/>
                    <a:pt x="1009370" y="1564422"/>
                  </a:cubicBezTo>
                  <a:lnTo>
                    <a:pt x="669791" y="1217814"/>
                  </a:lnTo>
                  <a:close/>
                  <a:moveTo>
                    <a:pt x="824358" y="351292"/>
                  </a:moveTo>
                  <a:cubicBezTo>
                    <a:pt x="786887" y="351292"/>
                    <a:pt x="754100" y="363002"/>
                    <a:pt x="723655" y="384080"/>
                  </a:cubicBezTo>
                  <a:cubicBezTo>
                    <a:pt x="695552" y="407499"/>
                    <a:pt x="679159" y="442628"/>
                    <a:pt x="679159" y="494151"/>
                  </a:cubicBezTo>
                  <a:cubicBezTo>
                    <a:pt x="679159" y="536306"/>
                    <a:pt x="690868" y="573778"/>
                    <a:pt x="716629" y="608907"/>
                  </a:cubicBezTo>
                  <a:cubicBezTo>
                    <a:pt x="740049" y="644036"/>
                    <a:pt x="768152" y="676823"/>
                    <a:pt x="800939" y="707269"/>
                  </a:cubicBezTo>
                  <a:cubicBezTo>
                    <a:pt x="852461" y="676823"/>
                    <a:pt x="892274" y="641694"/>
                    <a:pt x="920377" y="599539"/>
                  </a:cubicBezTo>
                  <a:cubicBezTo>
                    <a:pt x="948480" y="557384"/>
                    <a:pt x="960190" y="517571"/>
                    <a:pt x="960190" y="475416"/>
                  </a:cubicBezTo>
                  <a:cubicBezTo>
                    <a:pt x="960190" y="430919"/>
                    <a:pt x="946138" y="398131"/>
                    <a:pt x="920377" y="379396"/>
                  </a:cubicBezTo>
                  <a:cubicBezTo>
                    <a:pt x="894616" y="360660"/>
                    <a:pt x="861829" y="348950"/>
                    <a:pt x="822016" y="348950"/>
                  </a:cubicBezTo>
                  <a:close/>
                </a:path>
              </a:pathLst>
            </a:custGeom>
            <a:solidFill>
              <a:srgbClr val="237864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9" name="Freihandform: Form 8">
              <a:extLst>
                <a:ext uri="{FF2B5EF4-FFF2-40B4-BE49-F238E27FC236}">
                  <a16:creationId xmlns:a16="http://schemas.microsoft.com/office/drawing/2014/main" id="{5692A519-84F0-1F9C-3659-7D9BD49BF223}"/>
                </a:ext>
              </a:extLst>
            </p:cNvPr>
            <p:cNvSpPr/>
            <p:nvPr/>
          </p:nvSpPr>
          <p:spPr>
            <a:xfrm>
              <a:off x="7334879" y="2164347"/>
              <a:ext cx="2037475" cy="2014076"/>
            </a:xfrm>
            <a:custGeom>
              <a:avLst/>
              <a:gdLst>
                <a:gd name="connsiteX0" fmla="*/ 1444968 w 2037475"/>
                <a:gd name="connsiteY0" fmla="*/ 2014076 h 2014076"/>
                <a:gd name="connsiteX1" fmla="*/ 1346608 w 2037475"/>
                <a:gd name="connsiteY1" fmla="*/ 1637023 h 2014076"/>
                <a:gd name="connsiteX2" fmla="*/ 695552 w 2037475"/>
                <a:gd name="connsiteY2" fmla="*/ 1637023 h 2014076"/>
                <a:gd name="connsiteX3" fmla="*/ 594849 w 2037475"/>
                <a:gd name="connsiteY3" fmla="*/ 2014076 h 2014076"/>
                <a:gd name="connsiteX4" fmla="*/ 0 w 2037475"/>
                <a:gd name="connsiteY4" fmla="*/ 2014076 h 2014076"/>
                <a:gd name="connsiteX5" fmla="*/ 653397 w 2037475"/>
                <a:gd name="connsiteY5" fmla="*/ 0 h 2014076"/>
                <a:gd name="connsiteX6" fmla="*/ 1374710 w 2037475"/>
                <a:gd name="connsiteY6" fmla="*/ 0 h 2014076"/>
                <a:gd name="connsiteX7" fmla="*/ 2037475 w 2037475"/>
                <a:gd name="connsiteY7" fmla="*/ 2014076 h 2014076"/>
                <a:gd name="connsiteX8" fmla="*/ 1444968 w 2037475"/>
                <a:gd name="connsiteY8" fmla="*/ 2014076 h 2014076"/>
                <a:gd name="connsiteX9" fmla="*/ 1147544 w 2037475"/>
                <a:gd name="connsiteY9" fmla="*/ 864179 h 2014076"/>
                <a:gd name="connsiteX10" fmla="*/ 1107731 w 2037475"/>
                <a:gd name="connsiteY10" fmla="*/ 711953 h 2014076"/>
                <a:gd name="connsiteX11" fmla="*/ 1056208 w 2037475"/>
                <a:gd name="connsiteY11" fmla="*/ 505861 h 2014076"/>
                <a:gd name="connsiteX12" fmla="*/ 1016396 w 2037475"/>
                <a:gd name="connsiteY12" fmla="*/ 332557 h 2014076"/>
                <a:gd name="connsiteX13" fmla="*/ 981267 w 2037475"/>
                <a:gd name="connsiteY13" fmla="*/ 501177 h 2014076"/>
                <a:gd name="connsiteX14" fmla="*/ 934428 w 2037475"/>
                <a:gd name="connsiteY14" fmla="*/ 700243 h 2014076"/>
                <a:gd name="connsiteX15" fmla="*/ 894616 w 2037475"/>
                <a:gd name="connsiteY15" fmla="*/ 866521 h 2014076"/>
                <a:gd name="connsiteX16" fmla="*/ 807964 w 2037475"/>
                <a:gd name="connsiteY16" fmla="*/ 1194394 h 2014076"/>
                <a:gd name="connsiteX17" fmla="*/ 1234195 w 2037475"/>
                <a:gd name="connsiteY17" fmla="*/ 1194394 h 2014076"/>
                <a:gd name="connsiteX18" fmla="*/ 1147544 w 2037475"/>
                <a:gd name="connsiteY18" fmla="*/ 866521 h 20140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037475" h="2014076">
                  <a:moveTo>
                    <a:pt x="1444968" y="2014076"/>
                  </a:moveTo>
                  <a:lnTo>
                    <a:pt x="1346608" y="1637023"/>
                  </a:lnTo>
                  <a:lnTo>
                    <a:pt x="695552" y="1637023"/>
                  </a:lnTo>
                  <a:lnTo>
                    <a:pt x="594849" y="2014076"/>
                  </a:lnTo>
                  <a:lnTo>
                    <a:pt x="0" y="2014076"/>
                  </a:lnTo>
                  <a:lnTo>
                    <a:pt x="653397" y="0"/>
                  </a:lnTo>
                  <a:lnTo>
                    <a:pt x="1374710" y="0"/>
                  </a:lnTo>
                  <a:lnTo>
                    <a:pt x="2037475" y="2014076"/>
                  </a:lnTo>
                  <a:lnTo>
                    <a:pt x="1444968" y="2014076"/>
                  </a:lnTo>
                  <a:close/>
                  <a:moveTo>
                    <a:pt x="1147544" y="864179"/>
                  </a:moveTo>
                  <a:cubicBezTo>
                    <a:pt x="1138176" y="829050"/>
                    <a:pt x="1124124" y="777527"/>
                    <a:pt x="1107731" y="711953"/>
                  </a:cubicBezTo>
                  <a:cubicBezTo>
                    <a:pt x="1091338" y="646378"/>
                    <a:pt x="1074944" y="576119"/>
                    <a:pt x="1056208" y="505861"/>
                  </a:cubicBezTo>
                  <a:cubicBezTo>
                    <a:pt x="1039815" y="435603"/>
                    <a:pt x="1025763" y="377054"/>
                    <a:pt x="1016396" y="332557"/>
                  </a:cubicBezTo>
                  <a:cubicBezTo>
                    <a:pt x="1009370" y="377054"/>
                    <a:pt x="997660" y="433261"/>
                    <a:pt x="981267" y="501177"/>
                  </a:cubicBezTo>
                  <a:cubicBezTo>
                    <a:pt x="964873" y="569094"/>
                    <a:pt x="948480" y="634668"/>
                    <a:pt x="934428" y="700243"/>
                  </a:cubicBezTo>
                  <a:cubicBezTo>
                    <a:pt x="918035" y="765817"/>
                    <a:pt x="903983" y="822024"/>
                    <a:pt x="894616" y="866521"/>
                  </a:cubicBezTo>
                  <a:lnTo>
                    <a:pt x="807964" y="1194394"/>
                  </a:lnTo>
                  <a:lnTo>
                    <a:pt x="1234195" y="1194394"/>
                  </a:lnTo>
                  <a:lnTo>
                    <a:pt x="1147544" y="866521"/>
                  </a:lnTo>
                  <a:close/>
                </a:path>
              </a:pathLst>
            </a:custGeom>
            <a:solidFill>
              <a:srgbClr val="237864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</p:grpSp>
      <p:sp>
        <p:nvSpPr>
          <p:cNvPr id="10" name="MIO_AGENDA_LAST_SLIDE" hidden="1">
            <a:extLst>
              <a:ext uri="{FF2B5EF4-FFF2-40B4-BE49-F238E27FC236}">
                <a16:creationId xmlns:a16="http://schemas.microsoft.com/office/drawing/2014/main" id="{6FDF728C-D777-2B69-2880-133B2D8E168E}"/>
              </a:ext>
            </a:extLst>
          </p:cNvPr>
          <p:cNvSpPr/>
          <p:nvPr/>
        </p:nvSpPr>
        <p:spPr>
          <a:xfrm>
            <a:off x="11087100" y="228600"/>
            <a:ext cx="733425" cy="733425"/>
          </a:xfrm>
          <a:prstGeom prst="ellipse">
            <a:avLst/>
          </a:prstGeom>
          <a:solidFill>
            <a:srgbClr val="EBEB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72000" rIns="54000" bIns="72000" rtlCol="0" anchor="ctr"/>
          <a:lstStyle/>
          <a:p>
            <a:pPr algn="ctr">
              <a:lnSpc>
                <a:spcPct val="120000"/>
              </a:lnSpc>
              <a:spcBef>
                <a:spcPts val="600"/>
              </a:spcBef>
            </a:pP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2" name="MIO_AGENDA_IGNORE_CHAPTER_REFERENCE" hidden="1">
            <a:extLst>
              <a:ext uri="{FF2B5EF4-FFF2-40B4-BE49-F238E27FC236}">
                <a16:creationId xmlns:a16="http://schemas.microsoft.com/office/drawing/2014/main" id="{CBA219C9-0994-659C-3599-F2F4ADF0D79E}"/>
              </a:ext>
            </a:extLst>
          </p:cNvPr>
          <p:cNvSpPr/>
          <p:nvPr/>
        </p:nvSpPr>
        <p:spPr>
          <a:xfrm>
            <a:off x="10722634" y="491706"/>
            <a:ext cx="776377" cy="664234"/>
          </a:xfrm>
          <a:prstGeom prst="rect">
            <a:avLst/>
          </a:prstGeom>
          <a:solidFill>
            <a:srgbClr val="EBEB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72000" rIns="54000" bIns="72000" rtlCol="0" anchor="ctr"/>
          <a:lstStyle/>
          <a:p>
            <a:pPr algn="ctr">
              <a:lnSpc>
                <a:spcPct val="120000"/>
              </a:lnSpc>
              <a:spcBef>
                <a:spcPts val="600"/>
              </a:spcBef>
            </a:pPr>
            <a:endParaRPr lang="de-DE" sz="1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181704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/>
  <p:extLst>
    <p:ext uri="{DCECCB84-F9BA-43D5-87BE-67443E8EF086}">
      <p15:sldGuideLst xmlns:p15="http://schemas.microsoft.com/office/powerpoint/2012/main"/>
    </p:ext>
  </p:extLst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29916385-4702-E442-A501-646E3816DE5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3888" y="1626213"/>
            <a:ext cx="1500411" cy="415498"/>
          </a:xfrm>
        </p:spPr>
        <p:txBody>
          <a:bodyPr/>
          <a:lstStyle>
            <a:lvl1pPr>
              <a:defRPr sz="3000"/>
            </a:lvl1pPr>
          </a:lstStyle>
          <a:p>
            <a:r>
              <a:rPr lang="de-DE" dirty="0"/>
              <a:t>Contact</a:t>
            </a:r>
            <a:endParaRPr lang="en-US" dirty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210B268D-1F0C-59E9-B43E-88D29D8D98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B1A9A7-B565-48D2-8550-B69EA781B9EF}" type="datetime6">
              <a:rPr lang="en-US"/>
              <a:pPr/>
              <a:t>May 26</a:t>
            </a:fld>
            <a:endParaRPr lang="en-US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D8B30387-DC76-FEE3-2A9D-DD2F099669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6866663D-FBFC-D342-8EA5-183080C70D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C4E3B7-B340-4E97-8B0E-D9BA7642178E}" type="slidenum">
              <a:rPr lang="en-US"/>
              <a:pPr/>
              <a:t>‹#›</a:t>
            </a:fld>
            <a:endParaRPr lang="en-US" dirty="0"/>
          </a:p>
        </p:txBody>
      </p:sp>
      <p:sp>
        <p:nvSpPr>
          <p:cNvPr id="7" name="Contact">
            <a:extLst>
              <a:ext uri="{FF2B5EF4-FFF2-40B4-BE49-F238E27FC236}">
                <a16:creationId xmlns:a16="http://schemas.microsoft.com/office/drawing/2014/main" id="{B5A16EF1-CDF0-7254-D322-F06EFDDD462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23888" y="2184400"/>
            <a:ext cx="2519363" cy="370952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8" name="Bildplatzhalter 7">
            <a:extLst>
              <a:ext uri="{FF2B5EF4-FFF2-40B4-BE49-F238E27FC236}">
                <a16:creationId xmlns:a16="http://schemas.microsoft.com/office/drawing/2014/main" id="{A1372BCE-998D-66B4-7E47-F578C22B8110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4332289" y="1628772"/>
            <a:ext cx="7380296" cy="4679951"/>
          </a:xfrm>
          <a:solidFill>
            <a:srgbClr val="E3E3E3"/>
          </a:solidFill>
        </p:spPr>
        <p:txBody>
          <a:bodyPr vert="horz" lIns="0" tIns="0" rIns="0" bIns="0" rtlCol="0" anchor="ctr">
            <a:noAutofit/>
          </a:bodyPr>
          <a:lstStyle>
            <a:lvl1pPr algn="ctr">
              <a:defRPr lang="de-DE"/>
            </a:lvl1pPr>
          </a:lstStyle>
          <a:p>
            <a:pPr lvl="0" algn="ctr"/>
            <a:r>
              <a:rPr lang="en-US" dirty="0"/>
              <a:t>Click icon to add picture</a:t>
            </a:r>
          </a:p>
        </p:txBody>
      </p:sp>
      <p:sp>
        <p:nvSpPr>
          <p:cNvPr id="6" name="MIO_AGENDA_LAST_SLIDE" hidden="1">
            <a:extLst>
              <a:ext uri="{FF2B5EF4-FFF2-40B4-BE49-F238E27FC236}">
                <a16:creationId xmlns:a16="http://schemas.microsoft.com/office/drawing/2014/main" id="{ADD762F8-E25A-0D3C-7DCC-B491A8AD66C6}"/>
              </a:ext>
            </a:extLst>
          </p:cNvPr>
          <p:cNvSpPr/>
          <p:nvPr/>
        </p:nvSpPr>
        <p:spPr>
          <a:xfrm>
            <a:off x="11087100" y="228600"/>
            <a:ext cx="733425" cy="733425"/>
          </a:xfrm>
          <a:prstGeom prst="ellipse">
            <a:avLst/>
          </a:prstGeom>
          <a:solidFill>
            <a:srgbClr val="EBEB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72000" rIns="54000" bIns="72000" rtlCol="0" anchor="ctr"/>
          <a:lstStyle/>
          <a:p>
            <a:pPr algn="ctr">
              <a:lnSpc>
                <a:spcPct val="120000"/>
              </a:lnSpc>
              <a:spcBef>
                <a:spcPts val="600"/>
              </a:spcBef>
            </a:pP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12" name="MIO_AGENDA_IGNORE_CHAPTER_REFERENCE" hidden="1">
            <a:extLst>
              <a:ext uri="{FF2B5EF4-FFF2-40B4-BE49-F238E27FC236}">
                <a16:creationId xmlns:a16="http://schemas.microsoft.com/office/drawing/2014/main" id="{54ADC98D-7E74-AD51-72A4-2A3B23358A39}"/>
              </a:ext>
            </a:extLst>
          </p:cNvPr>
          <p:cNvSpPr/>
          <p:nvPr/>
        </p:nvSpPr>
        <p:spPr>
          <a:xfrm>
            <a:off x="10722634" y="491706"/>
            <a:ext cx="776377" cy="664234"/>
          </a:xfrm>
          <a:prstGeom prst="rect">
            <a:avLst/>
          </a:prstGeom>
          <a:solidFill>
            <a:srgbClr val="EBEB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72000" rIns="54000" bIns="72000" rtlCol="0" anchor="ctr"/>
          <a:lstStyle/>
          <a:p>
            <a:pPr algn="ctr">
              <a:lnSpc>
                <a:spcPct val="120000"/>
              </a:lnSpc>
              <a:spcBef>
                <a:spcPts val="600"/>
              </a:spcBef>
            </a:pPr>
            <a:endParaRPr lang="de-DE" sz="1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455943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/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Back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1B74B9C5-C9DE-EEE9-71B2-87A3F87040E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9422" y="7033793"/>
            <a:ext cx="625478" cy="123111"/>
          </a:xfrm>
        </p:spPr>
        <p:txBody>
          <a:bodyPr/>
          <a:lstStyle/>
          <a:p>
            <a:fld id="{09D80173-7E13-47F1-8342-2C7493E6CCB5}" type="datetime6">
              <a:rPr lang="en-US"/>
              <a:pPr/>
              <a:t>May 26</a:t>
            </a:fld>
            <a:endParaRPr lang="en-US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F0363E01-C46E-D150-29D1-15D6E0F77A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99424" y="7033793"/>
            <a:ext cx="7056248" cy="12311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6EEFE1E6-6569-B1B5-E529-67D5FD0CC2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52583" y="7033793"/>
            <a:ext cx="360001" cy="123111"/>
          </a:xfrm>
        </p:spPr>
        <p:txBody>
          <a:bodyPr/>
          <a:lstStyle/>
          <a:p>
            <a:fld id="{42C4E3B7-B340-4E97-8B0E-D9BA7642178E}" type="slidenum">
              <a:rPr lang="en-US"/>
              <a:pPr/>
              <a:t>‹#›</a:t>
            </a:fld>
            <a:endParaRPr lang="en-US" dirty="0"/>
          </a:p>
        </p:txBody>
      </p:sp>
      <p:sp>
        <p:nvSpPr>
          <p:cNvPr id="2" name="Backup">
            <a:extLst>
              <a:ext uri="{FF2B5EF4-FFF2-40B4-BE49-F238E27FC236}">
                <a16:creationId xmlns:a16="http://schemas.microsoft.com/office/drawing/2014/main" id="{590171D9-AF30-B251-0ADF-2F2A33A9BF73}"/>
              </a:ext>
            </a:extLst>
          </p:cNvPr>
          <p:cNvSpPr txBox="1">
            <a:spLocks/>
          </p:cNvSpPr>
          <p:nvPr/>
        </p:nvSpPr>
        <p:spPr bwMode="gray">
          <a:xfrm>
            <a:off x="4017264" y="6195498"/>
            <a:ext cx="8343007" cy="1169807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3200" b="1" kern="120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algn="r">
              <a:lnSpc>
                <a:spcPts val="7000"/>
              </a:lnSpc>
            </a:pPr>
            <a:r>
              <a:rPr lang="en-US" sz="15000" cap="all" dirty="0">
                <a:solidFill>
                  <a:srgbClr val="C9DAD4"/>
                </a:solidFill>
                <a:latin typeface="Noto Sans Black" panose="020B0A02040504020204" pitchFamily="34" charset="0"/>
              </a:rPr>
              <a:t>Backup</a:t>
            </a:r>
          </a:p>
        </p:txBody>
      </p:sp>
      <p:sp>
        <p:nvSpPr>
          <p:cNvPr id="6" name="MIO_AGENDA_LAST_SLIDE" hidden="1">
            <a:extLst>
              <a:ext uri="{FF2B5EF4-FFF2-40B4-BE49-F238E27FC236}">
                <a16:creationId xmlns:a16="http://schemas.microsoft.com/office/drawing/2014/main" id="{2F1F0947-2317-D217-BAD8-AB43A8719C52}"/>
              </a:ext>
            </a:extLst>
          </p:cNvPr>
          <p:cNvSpPr/>
          <p:nvPr/>
        </p:nvSpPr>
        <p:spPr>
          <a:xfrm>
            <a:off x="11087100" y="228600"/>
            <a:ext cx="733425" cy="733425"/>
          </a:xfrm>
          <a:prstGeom prst="ellipse">
            <a:avLst/>
          </a:prstGeom>
          <a:solidFill>
            <a:srgbClr val="EBEB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72000" rIns="54000" bIns="72000" rtlCol="0" anchor="ctr"/>
          <a:lstStyle/>
          <a:p>
            <a:pPr algn="ctr">
              <a:lnSpc>
                <a:spcPct val="120000"/>
              </a:lnSpc>
              <a:spcBef>
                <a:spcPts val="600"/>
              </a:spcBef>
            </a:pP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7" name="Backup">
            <a:extLst>
              <a:ext uri="{FF2B5EF4-FFF2-40B4-BE49-F238E27FC236}">
                <a16:creationId xmlns:a16="http://schemas.microsoft.com/office/drawing/2014/main" id="{231D9800-3821-4F44-452E-947DB1588238}"/>
              </a:ext>
            </a:extLst>
          </p:cNvPr>
          <p:cNvSpPr txBox="1">
            <a:spLocks/>
          </p:cNvSpPr>
          <p:nvPr/>
        </p:nvSpPr>
        <p:spPr bwMode="gray">
          <a:xfrm>
            <a:off x="4017264" y="6195498"/>
            <a:ext cx="8343007" cy="1169807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3200" b="1" kern="120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algn="r">
              <a:lnSpc>
                <a:spcPts val="7000"/>
              </a:lnSpc>
            </a:pPr>
            <a:r>
              <a:rPr lang="en-US" sz="15000" cap="all" dirty="0">
                <a:solidFill>
                  <a:srgbClr val="C9DAD4"/>
                </a:solidFill>
                <a:latin typeface="Noto Sans Black" panose="020B0A02040504020204" pitchFamily="34" charset="0"/>
              </a:rPr>
              <a:t>Backup</a:t>
            </a:r>
          </a:p>
        </p:txBody>
      </p:sp>
      <p:sp>
        <p:nvSpPr>
          <p:cNvPr id="8" name="MIO_AGENDA_IGNORE_CHAPTER_REFERENCE" hidden="1">
            <a:extLst>
              <a:ext uri="{FF2B5EF4-FFF2-40B4-BE49-F238E27FC236}">
                <a16:creationId xmlns:a16="http://schemas.microsoft.com/office/drawing/2014/main" id="{A37BB2FA-B08C-2DC3-DFE0-7F300B36CA86}"/>
              </a:ext>
            </a:extLst>
          </p:cNvPr>
          <p:cNvSpPr/>
          <p:nvPr/>
        </p:nvSpPr>
        <p:spPr>
          <a:xfrm>
            <a:off x="10722634" y="491706"/>
            <a:ext cx="776377" cy="664234"/>
          </a:xfrm>
          <a:prstGeom prst="rect">
            <a:avLst/>
          </a:prstGeom>
          <a:solidFill>
            <a:srgbClr val="EBEB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72000" rIns="54000" bIns="72000" rtlCol="0" anchor="ctr"/>
          <a:lstStyle/>
          <a:p>
            <a:pPr algn="ctr">
              <a:lnSpc>
                <a:spcPct val="120000"/>
              </a:lnSpc>
              <a:spcBef>
                <a:spcPts val="600"/>
              </a:spcBef>
            </a:pPr>
            <a:endParaRPr lang="de-DE" sz="1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368192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/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nimated Logo + Cla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IO_AGENDA_LAST_SLIDE" hidden="1">
            <a:extLst>
              <a:ext uri="{FF2B5EF4-FFF2-40B4-BE49-F238E27FC236}">
                <a16:creationId xmlns:a16="http://schemas.microsoft.com/office/drawing/2014/main" id="{1AA4D300-56CC-7A5E-594A-25AE78B27C66}"/>
              </a:ext>
            </a:extLst>
          </p:cNvPr>
          <p:cNvSpPr/>
          <p:nvPr/>
        </p:nvSpPr>
        <p:spPr>
          <a:xfrm>
            <a:off x="11087100" y="228600"/>
            <a:ext cx="733425" cy="733425"/>
          </a:xfrm>
          <a:prstGeom prst="ellipse">
            <a:avLst/>
          </a:prstGeom>
          <a:solidFill>
            <a:srgbClr val="EBEB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72000" rIns="54000" bIns="72000" rtlCol="0" anchor="ctr"/>
          <a:lstStyle/>
          <a:p>
            <a:pPr algn="ctr">
              <a:lnSpc>
                <a:spcPct val="120000"/>
              </a:lnSpc>
              <a:spcBef>
                <a:spcPts val="600"/>
              </a:spcBef>
            </a:pP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5" name="Datumsplatzhalter 2">
            <a:extLst>
              <a:ext uri="{FF2B5EF4-FFF2-40B4-BE49-F238E27FC236}">
                <a16:creationId xmlns:a16="http://schemas.microsoft.com/office/drawing/2014/main" id="{F1C6BF7A-6069-1F4B-FD10-D8894C162AC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9422" y="7033793"/>
            <a:ext cx="625478" cy="123111"/>
          </a:xfrm>
        </p:spPr>
        <p:txBody>
          <a:bodyPr/>
          <a:lstStyle/>
          <a:p>
            <a:fld id="{9AFE35C5-A44D-4611-80C3-4B644246EB9C}" type="datetime6">
              <a:rPr lang="en-US"/>
              <a:pPr/>
              <a:t>May 26</a:t>
            </a:fld>
            <a:endParaRPr lang="en-US" dirty="0"/>
          </a:p>
        </p:txBody>
      </p:sp>
      <p:sp>
        <p:nvSpPr>
          <p:cNvPr id="6" name="Fußzeilenplatzhalter 3">
            <a:extLst>
              <a:ext uri="{FF2B5EF4-FFF2-40B4-BE49-F238E27FC236}">
                <a16:creationId xmlns:a16="http://schemas.microsoft.com/office/drawing/2014/main" id="{409D7BE9-666D-0345-2CB9-216DCBC416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99424" y="7033793"/>
            <a:ext cx="7056248" cy="12311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Foliennummernplatzhalter 4">
            <a:extLst>
              <a:ext uri="{FF2B5EF4-FFF2-40B4-BE49-F238E27FC236}">
                <a16:creationId xmlns:a16="http://schemas.microsoft.com/office/drawing/2014/main" id="{816AAEC7-0DAD-E2BD-FA26-5DCF8624DA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52583" y="7033793"/>
            <a:ext cx="360001" cy="123111"/>
          </a:xfrm>
        </p:spPr>
        <p:txBody>
          <a:bodyPr/>
          <a:lstStyle/>
          <a:p>
            <a:fld id="{42C4E3B7-B340-4E97-8B0E-D9BA7642178E}" type="slidenum">
              <a:rPr lang="en-US"/>
              <a:pPr/>
              <a:t>‹#›</a:t>
            </a:fld>
            <a:endParaRPr lang="en-US" dirty="0"/>
          </a:p>
        </p:txBody>
      </p:sp>
      <p:sp>
        <p:nvSpPr>
          <p:cNvPr id="4" name="MIO_AGENDA_IGNORE_CHAPTER_REFERENCE" hidden="1">
            <a:extLst>
              <a:ext uri="{FF2B5EF4-FFF2-40B4-BE49-F238E27FC236}">
                <a16:creationId xmlns:a16="http://schemas.microsoft.com/office/drawing/2014/main" id="{E84A75D0-FC40-3E59-5EEE-88005EB74DC2}"/>
              </a:ext>
            </a:extLst>
          </p:cNvPr>
          <p:cNvSpPr/>
          <p:nvPr/>
        </p:nvSpPr>
        <p:spPr>
          <a:xfrm>
            <a:off x="10722634" y="491706"/>
            <a:ext cx="776377" cy="664234"/>
          </a:xfrm>
          <a:prstGeom prst="rect">
            <a:avLst/>
          </a:prstGeom>
          <a:solidFill>
            <a:srgbClr val="EBEB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72000" rIns="54000" bIns="72000" rtlCol="0" anchor="ctr"/>
          <a:lstStyle/>
          <a:p>
            <a:pPr algn="ctr">
              <a:lnSpc>
                <a:spcPct val="120000"/>
              </a:lnSpc>
              <a:spcBef>
                <a:spcPts val="600"/>
              </a:spcBef>
            </a:pPr>
            <a:endParaRPr lang="de-DE" sz="1200" dirty="0">
              <a:solidFill>
                <a:schemeClr val="tx1"/>
              </a:solidFill>
            </a:endParaRPr>
          </a:p>
        </p:txBody>
      </p:sp>
      <p:pic>
        <p:nvPicPr>
          <p:cNvPr id="10" name="Claim" descr="Ein Bild, das Blume enthält.&#10;&#10;Automatisch generierte Beschreibung">
            <a:extLst>
              <a:ext uri="{FF2B5EF4-FFF2-40B4-BE49-F238E27FC236}">
                <a16:creationId xmlns:a16="http://schemas.microsoft.com/office/drawing/2014/main" id="{386D5743-7822-1C00-FB2A-6A0998B23E78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456" b="39456"/>
          <a:stretch/>
        </p:blipFill>
        <p:spPr>
          <a:xfrm>
            <a:off x="1844351" y="2881360"/>
            <a:ext cx="8503298" cy="1267720"/>
          </a:xfrm>
          <a:prstGeom prst="rect">
            <a:avLst/>
          </a:prstGeom>
        </p:spPr>
      </p:pic>
      <p:grpSp>
        <p:nvGrpSpPr>
          <p:cNvPr id="13" name="Logo">
            <a:extLst>
              <a:ext uri="{FF2B5EF4-FFF2-40B4-BE49-F238E27FC236}">
                <a16:creationId xmlns:a16="http://schemas.microsoft.com/office/drawing/2014/main" id="{FF2E3CDE-84AA-15A8-F8A2-814DC4C10836}"/>
              </a:ext>
            </a:extLst>
          </p:cNvPr>
          <p:cNvGrpSpPr/>
          <p:nvPr/>
        </p:nvGrpSpPr>
        <p:grpSpPr>
          <a:xfrm>
            <a:off x="2255520" y="2715900"/>
            <a:ext cx="7680960" cy="1426200"/>
            <a:chOff x="2255520" y="2715900"/>
            <a:chExt cx="7680960" cy="14262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9BA1EB3B-0A2C-B4A6-F3E2-7C0F7C7DE32C}"/>
                </a:ext>
              </a:extLst>
            </p:cNvPr>
            <p:cNvSpPr/>
            <p:nvPr userDrawn="1"/>
          </p:nvSpPr>
          <p:spPr>
            <a:xfrm>
              <a:off x="2255520" y="2715900"/>
              <a:ext cx="7680960" cy="1426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4000" tIns="72000" rIns="54000" bIns="72000" rtlCol="0" anchor="ctr"/>
            <a:lstStyle/>
            <a:p>
              <a:pPr algn="ctr">
                <a:lnSpc>
                  <a:spcPct val="120000"/>
                </a:lnSpc>
                <a:spcBef>
                  <a:spcPts val="600"/>
                </a:spcBef>
              </a:pPr>
              <a:endParaRPr lang="de-DE" sz="1200" dirty="0">
                <a:solidFill>
                  <a:schemeClr val="tx1"/>
                </a:solidFill>
              </a:endParaRPr>
            </a:p>
          </p:txBody>
        </p:sp>
        <p:pic>
          <p:nvPicPr>
            <p:cNvPr id="11" name="Grafik 1">
              <a:extLst>
                <a:ext uri="{FF2B5EF4-FFF2-40B4-BE49-F238E27FC236}">
                  <a16:creationId xmlns:a16="http://schemas.microsoft.com/office/drawing/2014/main" id="{8FA64D0A-35F3-4081-7986-3A0D2A3CC2AA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2652109" y="3044152"/>
              <a:ext cx="6887783" cy="76969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0049083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xit" presetSubtype="0" fill="hold" nodeType="withEffect">
                                  <p:stCondLst>
                                    <p:cond delay="4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60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hdr="0" ftr="0"/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9D34AA96-2B1B-4223-F2EF-36F4F64AB9E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644239" y="3044151"/>
            <a:ext cx="6887783" cy="769697"/>
          </a:xfrm>
          <a:prstGeom prst="rect">
            <a:avLst/>
          </a:prstGeom>
        </p:spPr>
      </p:pic>
      <p:sp>
        <p:nvSpPr>
          <p:cNvPr id="5" name="MIO_AGENDA_LAST_SLIDE" hidden="1">
            <a:extLst>
              <a:ext uri="{FF2B5EF4-FFF2-40B4-BE49-F238E27FC236}">
                <a16:creationId xmlns:a16="http://schemas.microsoft.com/office/drawing/2014/main" id="{ED1003C1-50ED-25C2-C909-0E9D9DBD7814}"/>
              </a:ext>
            </a:extLst>
          </p:cNvPr>
          <p:cNvSpPr/>
          <p:nvPr/>
        </p:nvSpPr>
        <p:spPr>
          <a:xfrm>
            <a:off x="11087100" y="228600"/>
            <a:ext cx="733425" cy="733425"/>
          </a:xfrm>
          <a:prstGeom prst="ellipse">
            <a:avLst/>
          </a:prstGeom>
          <a:solidFill>
            <a:srgbClr val="EBEB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72000" rIns="54000" bIns="72000" rtlCol="0" anchor="ctr"/>
          <a:lstStyle/>
          <a:p>
            <a:pPr algn="ctr">
              <a:lnSpc>
                <a:spcPct val="120000"/>
              </a:lnSpc>
              <a:spcBef>
                <a:spcPts val="600"/>
              </a:spcBef>
            </a:pP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4" name="Datumsplatzhalter 2">
            <a:extLst>
              <a:ext uri="{FF2B5EF4-FFF2-40B4-BE49-F238E27FC236}">
                <a16:creationId xmlns:a16="http://schemas.microsoft.com/office/drawing/2014/main" id="{3245FC8B-C213-3E39-B87B-F0F4B91BB9E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9422" y="7033793"/>
            <a:ext cx="625478" cy="123111"/>
          </a:xfrm>
        </p:spPr>
        <p:txBody>
          <a:bodyPr/>
          <a:lstStyle/>
          <a:p>
            <a:fld id="{C6A4486D-D604-42D5-BDBD-D4DBA8A1FA49}" type="datetime6">
              <a:rPr lang="en-US"/>
              <a:pPr/>
              <a:t>May 26</a:t>
            </a:fld>
            <a:endParaRPr lang="en-US" dirty="0"/>
          </a:p>
        </p:txBody>
      </p:sp>
      <p:sp>
        <p:nvSpPr>
          <p:cNvPr id="6" name="Fußzeilenplatzhalter 3">
            <a:extLst>
              <a:ext uri="{FF2B5EF4-FFF2-40B4-BE49-F238E27FC236}">
                <a16:creationId xmlns:a16="http://schemas.microsoft.com/office/drawing/2014/main" id="{6FB52DB5-E630-2241-67AA-2C0DCDF0EB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99424" y="7033793"/>
            <a:ext cx="7056248" cy="12311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Foliennummernplatzhalter 4">
            <a:extLst>
              <a:ext uri="{FF2B5EF4-FFF2-40B4-BE49-F238E27FC236}">
                <a16:creationId xmlns:a16="http://schemas.microsoft.com/office/drawing/2014/main" id="{1A028F50-4B27-255F-7875-FA9CFD6808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52583" y="7033793"/>
            <a:ext cx="360001" cy="123111"/>
          </a:xfrm>
        </p:spPr>
        <p:txBody>
          <a:bodyPr/>
          <a:lstStyle/>
          <a:p>
            <a:fld id="{42C4E3B7-B340-4E97-8B0E-D9BA7642178E}" type="slidenum">
              <a:rPr lang="en-US"/>
              <a:pPr/>
              <a:t>‹#›</a:t>
            </a:fld>
            <a:endParaRPr lang="en-US" dirty="0"/>
          </a:p>
        </p:txBody>
      </p:sp>
      <p:sp>
        <p:nvSpPr>
          <p:cNvPr id="3" name="MIO_AGENDA_IGNORE_CHAPTER_REFERENCE" hidden="1">
            <a:extLst>
              <a:ext uri="{FF2B5EF4-FFF2-40B4-BE49-F238E27FC236}">
                <a16:creationId xmlns:a16="http://schemas.microsoft.com/office/drawing/2014/main" id="{CF0BC07D-C38C-3B04-A816-435D42AC5BB0}"/>
              </a:ext>
            </a:extLst>
          </p:cNvPr>
          <p:cNvSpPr/>
          <p:nvPr/>
        </p:nvSpPr>
        <p:spPr>
          <a:xfrm>
            <a:off x="10722634" y="491706"/>
            <a:ext cx="776377" cy="664234"/>
          </a:xfrm>
          <a:prstGeom prst="rect">
            <a:avLst/>
          </a:prstGeom>
          <a:solidFill>
            <a:srgbClr val="EBEB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72000" rIns="54000" bIns="72000" rtlCol="0" anchor="ctr"/>
          <a:lstStyle/>
          <a:p>
            <a:pPr algn="ctr">
              <a:lnSpc>
                <a:spcPct val="120000"/>
              </a:lnSpc>
              <a:spcBef>
                <a:spcPts val="600"/>
              </a:spcBef>
            </a:pPr>
            <a:endParaRPr lang="de-DE" sz="1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814726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/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la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fik 5" descr="Ein Bild, das Blume enthält.&#10;&#10;Automatisch generierte Beschreibung">
            <a:extLst>
              <a:ext uri="{FF2B5EF4-FFF2-40B4-BE49-F238E27FC236}">
                <a16:creationId xmlns:a16="http://schemas.microsoft.com/office/drawing/2014/main" id="{422B50DF-9CE6-8EE7-8665-2088A9FD0F01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844351" y="2881360"/>
            <a:ext cx="8503298" cy="1267720"/>
          </a:xfrm>
          <a:prstGeom prst="rect">
            <a:avLst/>
          </a:prstGeom>
        </p:spPr>
      </p:pic>
      <p:sp>
        <p:nvSpPr>
          <p:cNvPr id="4" name="MIO_AGENDA_LAST_SLIDE" hidden="1">
            <a:extLst>
              <a:ext uri="{FF2B5EF4-FFF2-40B4-BE49-F238E27FC236}">
                <a16:creationId xmlns:a16="http://schemas.microsoft.com/office/drawing/2014/main" id="{4DAD5D0A-FE19-B140-3A77-ECABE5A3FFEF}"/>
              </a:ext>
            </a:extLst>
          </p:cNvPr>
          <p:cNvSpPr/>
          <p:nvPr/>
        </p:nvSpPr>
        <p:spPr>
          <a:xfrm>
            <a:off x="11087100" y="228600"/>
            <a:ext cx="733425" cy="733425"/>
          </a:xfrm>
          <a:prstGeom prst="ellipse">
            <a:avLst/>
          </a:prstGeom>
          <a:solidFill>
            <a:srgbClr val="EBEB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72000" rIns="54000" bIns="72000" rtlCol="0" anchor="ctr"/>
          <a:lstStyle/>
          <a:p>
            <a:pPr algn="ctr">
              <a:lnSpc>
                <a:spcPct val="120000"/>
              </a:lnSpc>
              <a:spcBef>
                <a:spcPts val="600"/>
              </a:spcBef>
            </a:pP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BAF4A9C6-C3B9-461E-D738-B28EAF4B002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9422" y="7033793"/>
            <a:ext cx="625478" cy="123111"/>
          </a:xfrm>
        </p:spPr>
        <p:txBody>
          <a:bodyPr/>
          <a:lstStyle/>
          <a:p>
            <a:fld id="{9AD84CF0-6587-4E08-B4C1-6AA5B83A67AF}" type="datetime6">
              <a:rPr lang="en-US"/>
              <a:pPr/>
              <a:t>May 26</a:t>
            </a:fld>
            <a:endParaRPr lang="en-US" dirty="0"/>
          </a:p>
        </p:txBody>
      </p:sp>
      <p:sp>
        <p:nvSpPr>
          <p:cNvPr id="5" name="Fußzeilenplatzhalter 3">
            <a:extLst>
              <a:ext uri="{FF2B5EF4-FFF2-40B4-BE49-F238E27FC236}">
                <a16:creationId xmlns:a16="http://schemas.microsoft.com/office/drawing/2014/main" id="{3BA48D1D-A205-BF7E-C6FA-21F32106D0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99424" y="7033793"/>
            <a:ext cx="7056248" cy="12311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Foliennummernplatzhalter 4">
            <a:extLst>
              <a:ext uri="{FF2B5EF4-FFF2-40B4-BE49-F238E27FC236}">
                <a16:creationId xmlns:a16="http://schemas.microsoft.com/office/drawing/2014/main" id="{102A822C-15A1-56E7-1817-1E7C7D79E5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52583" y="7033793"/>
            <a:ext cx="360001" cy="123111"/>
          </a:xfrm>
        </p:spPr>
        <p:txBody>
          <a:bodyPr/>
          <a:lstStyle/>
          <a:p>
            <a:fld id="{42C4E3B7-B340-4E97-8B0E-D9BA7642178E}" type="slidenum">
              <a:rPr lang="en-US"/>
              <a:pPr/>
              <a:t>‹#›</a:t>
            </a:fld>
            <a:endParaRPr lang="en-US" dirty="0"/>
          </a:p>
        </p:txBody>
      </p:sp>
      <p:sp>
        <p:nvSpPr>
          <p:cNvPr id="8" name="MIO_AGENDA_IGNORE_CHAPTER_REFERENCE" hidden="1">
            <a:extLst>
              <a:ext uri="{FF2B5EF4-FFF2-40B4-BE49-F238E27FC236}">
                <a16:creationId xmlns:a16="http://schemas.microsoft.com/office/drawing/2014/main" id="{58F5DB44-9F15-9CCF-974D-6B21428DD25B}"/>
              </a:ext>
            </a:extLst>
          </p:cNvPr>
          <p:cNvSpPr/>
          <p:nvPr/>
        </p:nvSpPr>
        <p:spPr>
          <a:xfrm>
            <a:off x="10722634" y="491706"/>
            <a:ext cx="776377" cy="664234"/>
          </a:xfrm>
          <a:prstGeom prst="rect">
            <a:avLst/>
          </a:prstGeom>
          <a:solidFill>
            <a:srgbClr val="EBEB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72000" rIns="54000" bIns="72000" rtlCol="0" anchor="ctr"/>
          <a:lstStyle/>
          <a:p>
            <a:pPr algn="ctr">
              <a:lnSpc>
                <a:spcPct val="120000"/>
              </a:lnSpc>
              <a:spcBef>
                <a:spcPts val="600"/>
              </a:spcBef>
            </a:pPr>
            <a:endParaRPr lang="de-DE" sz="1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815870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hdr="0" ftr="0"/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Blank 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122496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16="http://schemas.microsoft.com/office/drawing/2014/main" xmlns:asvg="http://schemas.microsoft.com/office/drawing/2016/SVG/main" xmlns:p15="http://schemas.microsoft.com/office/powerpoint/2012/main" xmlns="">
      <p:transition spd="med">
        <p:fade/>
      </p:transition>
    </mc:Fallback>
  </mc:AlternateContent>
  <p:hf sldNum="0" hdr="0" ftr="0" dt="0"/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Sub-Section Header | Carbon 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eck 5">
            <a:extLst>
              <a:ext uri="{FF2B5EF4-FFF2-40B4-BE49-F238E27FC236}">
                <a16:creationId xmlns:a16="http://schemas.microsoft.com/office/drawing/2014/main" id="{23716EB2-9025-C60D-8D22-073E2FFBFD23}"/>
              </a:ext>
            </a:extLst>
          </p:cNvPr>
          <p:cNvSpPr/>
          <p:nvPr/>
        </p:nvSpPr>
        <p:spPr bwMode="gray">
          <a:xfrm>
            <a:off x="0" y="0"/>
            <a:ext cx="12192000" cy="6858000"/>
          </a:xfrm>
          <a:prstGeom prst="rect">
            <a:avLst/>
          </a:prstGeom>
          <a:solidFill>
            <a:schemeClr val="lt2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n-US" sz="1400" b="0" i="0" u="none" baseline="0" dirty="0">
              <a:solidFill>
                <a:srgbClr val="000000"/>
              </a:solidFill>
              <a:latin typeface="Noto Sans" panose="020B0502040504020204" pitchFamily="34" charset="0"/>
            </a:endParaRPr>
          </a:p>
        </p:txBody>
      </p:sp>
      <p:sp>
        <p:nvSpPr>
          <p:cNvPr id="12" name="Number">
            <a:extLst>
              <a:ext uri="{FF2B5EF4-FFF2-40B4-BE49-F238E27FC236}">
                <a16:creationId xmlns:a16="http://schemas.microsoft.com/office/drawing/2014/main" id="{94BFC9A3-C93C-90E9-D177-AA22DCFD0B7D}"/>
              </a:ext>
            </a:extLst>
          </p:cNvPr>
          <p:cNvSpPr>
            <a:spLocks noGrp="1"/>
          </p:cNvSpPr>
          <p:nvPr>
            <p:ph type="body" sz="quarter" idx="14" hasCustomPrompt="1"/>
            <p:custDataLst>
              <p:tags r:id="rId1"/>
            </p:custDataLst>
          </p:nvPr>
        </p:nvSpPr>
        <p:spPr>
          <a:xfrm>
            <a:off x="3848993" y="6182049"/>
            <a:ext cx="8343007" cy="1666418"/>
          </a:xfrm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defRPr sz="30000" b="1">
                <a:solidFill>
                  <a:srgbClr val="B0C9C0"/>
                </a:solidFill>
                <a:latin typeface="Noto Sans Black" panose="020B0A02040504020204" pitchFamily="34" charset="0"/>
                <a:ea typeface="Noto Sans Black" panose="020B0A02040504020204" pitchFamily="34" charset="0"/>
                <a:cs typeface="Noto Sans Black" panose="020B0A02040504020204" pitchFamily="34" charset="0"/>
              </a:defRPr>
            </a:lvl1pPr>
            <a:lvl2pPr algn="r">
              <a:defRPr sz="70000"/>
            </a:lvl2pPr>
            <a:lvl3pPr algn="r">
              <a:defRPr sz="70000"/>
            </a:lvl3pPr>
            <a:lvl4pPr algn="r">
              <a:defRPr sz="70000"/>
            </a:lvl4pPr>
            <a:lvl5pPr algn="r">
              <a:defRPr sz="70000"/>
            </a:lvl5pPr>
          </a:lstStyle>
          <a:p>
            <a:pPr lvl="0"/>
            <a:r>
              <a:rPr lang="de-DE" dirty="0"/>
              <a:t>#.#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6023123F-7395-C3CA-E0AD-5051FCB9D0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04000" y="2787506"/>
            <a:ext cx="9629775" cy="1661993"/>
          </a:xfrm>
        </p:spPr>
        <p:txBody>
          <a:bodyPr/>
          <a:lstStyle>
            <a:lvl1pPr>
              <a:defRPr sz="5400">
                <a:solidFill>
                  <a:schemeClr val="dk2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de-DE" dirty="0"/>
          </a:p>
        </p:txBody>
      </p:sp>
      <p:sp>
        <p:nvSpPr>
          <p:cNvPr id="7" name="Topic">
            <a:extLst>
              <a:ext uri="{FF2B5EF4-FFF2-40B4-BE49-F238E27FC236}">
                <a16:creationId xmlns:a16="http://schemas.microsoft.com/office/drawing/2014/main" id="{5A09FEA6-3028-1D22-BBFA-F13C4ED1246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47800" y="1447800"/>
            <a:ext cx="5220000" cy="1242938"/>
          </a:xfrm>
        </p:spPr>
        <p:txBody>
          <a:bodyPr wrap="none" anchor="b"/>
          <a:lstStyle>
            <a:lvl1pPr>
              <a:defRPr sz="2400" b="1" cap="none" baseline="0">
                <a:solidFill>
                  <a:srgbClr val="A8A8A8"/>
                </a:solidFill>
              </a:defRPr>
            </a:lvl1pPr>
          </a:lstStyle>
          <a:p>
            <a:pPr lvl="0"/>
            <a:r>
              <a:rPr lang="de-DE" dirty="0"/>
              <a:t>Topic # (optional)</a:t>
            </a:r>
          </a:p>
        </p:txBody>
      </p:sp>
      <p:cxnSp>
        <p:nvCxnSpPr>
          <p:cNvPr id="8" name="Straight Connector 8">
            <a:extLst>
              <a:ext uri="{FF2B5EF4-FFF2-40B4-BE49-F238E27FC236}">
                <a16:creationId xmlns:a16="http://schemas.microsoft.com/office/drawing/2014/main" id="{90B497D3-40E6-112D-73AC-9B2A4FF2BBDF}"/>
              </a:ext>
            </a:extLst>
          </p:cNvPr>
          <p:cNvCxnSpPr>
            <a:cxnSpLocks/>
          </p:cNvCxnSpPr>
          <p:nvPr/>
        </p:nvCxnSpPr>
        <p:spPr bwMode="gray">
          <a:xfrm>
            <a:off x="0" y="2590800"/>
            <a:ext cx="1295400" cy="0"/>
          </a:xfrm>
          <a:prstGeom prst="line">
            <a:avLst/>
          </a:prstGeom>
          <a:ln w="19050" cap="flat" cmpd="sng" algn="ctr">
            <a:solidFill>
              <a:srgbClr val="95B7AB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8">
            <a:extLst>
              <a:ext uri="{FF2B5EF4-FFF2-40B4-BE49-F238E27FC236}">
                <a16:creationId xmlns:a16="http://schemas.microsoft.com/office/drawing/2014/main" id="{E607342D-0C7B-8520-0879-637463872D8C}"/>
              </a:ext>
            </a:extLst>
          </p:cNvPr>
          <p:cNvCxnSpPr>
            <a:cxnSpLocks/>
          </p:cNvCxnSpPr>
          <p:nvPr userDrawn="1"/>
        </p:nvCxnSpPr>
        <p:spPr bwMode="gray">
          <a:xfrm>
            <a:off x="0" y="2590800"/>
            <a:ext cx="1295400" cy="0"/>
          </a:xfrm>
          <a:prstGeom prst="line">
            <a:avLst/>
          </a:prstGeom>
          <a:ln w="19050" cap="flat" cmpd="sng" algn="ctr">
            <a:solidFill>
              <a:srgbClr val="95B7AB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MIO_AGENDA_IGNORE_CHAPTER_REFERENCE" hidden="1">
            <a:extLst>
              <a:ext uri="{FF2B5EF4-FFF2-40B4-BE49-F238E27FC236}">
                <a16:creationId xmlns:a16="http://schemas.microsoft.com/office/drawing/2014/main" id="{87CE385E-BE30-6D63-24AB-F7CD8088B822}"/>
              </a:ext>
            </a:extLst>
          </p:cNvPr>
          <p:cNvSpPr/>
          <p:nvPr userDrawn="1"/>
        </p:nvSpPr>
        <p:spPr>
          <a:xfrm>
            <a:off x="10722634" y="491706"/>
            <a:ext cx="776377" cy="664234"/>
          </a:xfrm>
          <a:prstGeom prst="rect">
            <a:avLst/>
          </a:prstGeom>
          <a:solidFill>
            <a:srgbClr val="EBEB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72000" rIns="54000" bIns="72000" rtlCol="0" anchor="ctr"/>
          <a:lstStyle/>
          <a:p>
            <a:pPr algn="ctr">
              <a:lnSpc>
                <a:spcPct val="120000"/>
              </a:lnSpc>
              <a:spcBef>
                <a:spcPts val="600"/>
              </a:spcBef>
            </a:pPr>
            <a:endParaRPr lang="de-DE" sz="1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775085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Just Headline |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818A2D4D-3EBD-ACEB-DE33-22542A0BA2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de-DE" dirty="0"/>
          </a:p>
        </p:txBody>
      </p:sp>
      <p:sp>
        <p:nvSpPr>
          <p:cNvPr id="7" name="MIO_CONVERT_SLIDES_SUBTITLE">
            <a:extLst>
              <a:ext uri="{FF2B5EF4-FFF2-40B4-BE49-F238E27FC236}">
                <a16:creationId xmlns:a16="http://schemas.microsoft.com/office/drawing/2014/main" id="{68382814-9A79-F736-ADBE-7FE811FDAD5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9375" y="476024"/>
            <a:ext cx="8928625" cy="115416"/>
          </a:xfrm>
        </p:spPr>
        <p:txBody>
          <a:bodyPr/>
          <a:lstStyle>
            <a:lvl1pPr>
              <a:defRPr sz="800" cap="all" spc="300" baseline="0">
                <a:solidFill>
                  <a:srgbClr val="878787"/>
                </a:solidFill>
              </a:defRPr>
            </a:lvl1pPr>
          </a:lstStyle>
          <a:p>
            <a:r>
              <a:rPr lang="en-US" dirty="0"/>
              <a:t>Topline usually Topic</a:t>
            </a:r>
          </a:p>
        </p:txBody>
      </p:sp>
      <p:sp>
        <p:nvSpPr>
          <p:cNvPr id="6" name="Textplatzhalter 10">
            <a:extLst>
              <a:ext uri="{FF2B5EF4-FFF2-40B4-BE49-F238E27FC236}">
                <a16:creationId xmlns:a16="http://schemas.microsoft.com/office/drawing/2014/main" id="{20336019-F854-364F-9FAC-6BBFF9F1CE2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79424" y="6166800"/>
            <a:ext cx="11232000" cy="250341"/>
          </a:xfrm>
        </p:spPr>
        <p:txBody>
          <a:bodyPr anchor="b"/>
          <a:lstStyle>
            <a:lvl1pPr>
              <a:lnSpc>
                <a:spcPct val="100000"/>
              </a:lnSpc>
              <a:spcBef>
                <a:spcPts val="0"/>
              </a:spcBef>
              <a:defRPr sz="800">
                <a:solidFill>
                  <a:srgbClr val="878787"/>
                </a:solidFill>
              </a:defRPr>
            </a:lvl1pPr>
          </a:lstStyle>
          <a:p>
            <a:pPr lvl="0"/>
            <a:r>
              <a:rPr lang="en-US" dirty="0"/>
              <a:t>¹ Insert footnotes for additional information here | ² Insert footnotes for additional information here | ³ Insert footnotes for additional information here | …</a:t>
            </a:r>
          </a:p>
        </p:txBody>
      </p:sp>
    </p:spTree>
    <p:extLst>
      <p:ext uri="{BB962C8B-B14F-4D97-AF65-F5344CB8AC3E}">
        <p14:creationId xmlns:p14="http://schemas.microsoft.com/office/powerpoint/2010/main" val="20063075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a16="http://schemas.microsoft.com/office/drawing/2014/main" xmlns="">
      <p:transition spd="med">
        <p:fade/>
      </p:transition>
    </mc:Fallback>
  </mc:AlternateContent>
  <p:hf sldNum="0" hdr="0" ftr="0" dt="0"/>
  <p:extLst>
    <p:ext uri="{DCECCB84-F9BA-43D5-87BE-67443E8EF086}">
      <p15:sldGuideLst xmlns:p15="http://schemas.microsoft.com/office/powerpoint/2012/main">
        <p15:guide id="1" orient="horz" pos="3884">
          <p15:clr>
            <a:srgbClr val="FBAE40"/>
          </p15:clr>
        </p15:guide>
      </p15:sldGuideLst>
    </p:ext>
  </p:extLst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One Content |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AF92A341-AE59-7317-A60B-4FE47E5C35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de-DE" dirty="0"/>
          </a:p>
        </p:txBody>
      </p:sp>
      <p:sp>
        <p:nvSpPr>
          <p:cNvPr id="3" name="Content">
            <a:extLst>
              <a:ext uri="{FF2B5EF4-FFF2-40B4-BE49-F238E27FC236}">
                <a16:creationId xmlns:a16="http://schemas.microsoft.com/office/drawing/2014/main" id="{9A3494C0-7E36-FAB6-E218-DAF4BB149B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9375" y="1340580"/>
            <a:ext cx="11233150" cy="4824807"/>
          </a:xfrm>
        </p:spPr>
        <p:txBody>
          <a:bodyPr/>
          <a:lstStyle>
            <a:lvl3pPr marL="345600" indent="-172800"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45600" indent="-172800">
              <a:defRPr/>
            </a:lvl4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de-DE" dirty="0"/>
          </a:p>
        </p:txBody>
      </p:sp>
      <p:sp>
        <p:nvSpPr>
          <p:cNvPr id="7" name="MIO_CONVERT_SLIDES_SUBTITLE">
            <a:extLst>
              <a:ext uri="{FF2B5EF4-FFF2-40B4-BE49-F238E27FC236}">
                <a16:creationId xmlns:a16="http://schemas.microsoft.com/office/drawing/2014/main" id="{7B9A43E5-A6DF-A714-B73D-13508E8D43C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9375" y="476024"/>
            <a:ext cx="8928625" cy="115416"/>
          </a:xfrm>
        </p:spPr>
        <p:txBody>
          <a:bodyPr/>
          <a:lstStyle>
            <a:lvl1pPr>
              <a:defRPr sz="800" cap="all" spc="300" baseline="0">
                <a:solidFill>
                  <a:srgbClr val="878787"/>
                </a:solidFill>
              </a:defRPr>
            </a:lvl1pPr>
          </a:lstStyle>
          <a:p>
            <a:r>
              <a:rPr lang="en-US" dirty="0"/>
              <a:t>Topline usually Topic</a:t>
            </a:r>
          </a:p>
        </p:txBody>
      </p:sp>
      <p:sp>
        <p:nvSpPr>
          <p:cNvPr id="8" name="Footnote">
            <a:extLst>
              <a:ext uri="{FF2B5EF4-FFF2-40B4-BE49-F238E27FC236}">
                <a16:creationId xmlns:a16="http://schemas.microsoft.com/office/drawing/2014/main" id="{F73C92D8-6448-1167-A8D1-296E0724120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79425" y="6165850"/>
            <a:ext cx="11232000" cy="250341"/>
          </a:xfrm>
        </p:spPr>
        <p:txBody>
          <a:bodyPr anchor="b"/>
          <a:lstStyle>
            <a:lvl1pPr>
              <a:lnSpc>
                <a:spcPct val="100000"/>
              </a:lnSpc>
              <a:spcBef>
                <a:spcPts val="0"/>
              </a:spcBef>
              <a:defRPr sz="800">
                <a:solidFill>
                  <a:srgbClr val="878787"/>
                </a:solidFill>
              </a:defRPr>
            </a:lvl1pPr>
          </a:lstStyle>
          <a:p>
            <a:pPr lvl="0"/>
            <a:r>
              <a:rPr lang="en-US" dirty="0"/>
              <a:t>¹ Insert footnotes for additional information here | ² Insert footnotes for additional information here | ³ Insert footnotes for additional information here | …</a:t>
            </a:r>
          </a:p>
        </p:txBody>
      </p:sp>
    </p:spTree>
    <p:extLst>
      <p:ext uri="{BB962C8B-B14F-4D97-AF65-F5344CB8AC3E}">
        <p14:creationId xmlns:p14="http://schemas.microsoft.com/office/powerpoint/2010/main" val="19612237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16="http://schemas.microsoft.com/office/drawing/2014/main" xmlns:p15="http://schemas.microsoft.com/office/powerpoint/2012/main" xmlns="">
      <p:transition spd="med">
        <p:fade/>
      </p:transition>
    </mc:Fallback>
  </mc:AlternateContent>
  <p:hf sldNum="0" hdr="0" ftr="0" dt="0"/>
  <p:extLst>
    <p:ext uri="{DCECCB84-F9BA-43D5-87BE-67443E8EF086}">
      <p15:sldGuideLst xmlns:p15="http://schemas.microsoft.com/office/powerpoint/2012/main">
        <p15:guide id="1" orient="horz" pos="3884">
          <p15:clr>
            <a:srgbClr val="FBAE40"/>
          </p15:clr>
        </p15:guide>
      </p15:sldGuideLst>
    </p:ext>
  </p:extLst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s |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E3C8A6BB-D48F-D011-12B9-1E74E47FFC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de-DE" dirty="0"/>
          </a:p>
        </p:txBody>
      </p:sp>
      <p:sp>
        <p:nvSpPr>
          <p:cNvPr id="3" name="Content left">
            <a:extLst>
              <a:ext uri="{FF2B5EF4-FFF2-40B4-BE49-F238E27FC236}">
                <a16:creationId xmlns:a16="http://schemas.microsoft.com/office/drawing/2014/main" id="{CE7E2B4F-24AA-8198-5CCB-D00C6A6FAC2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79375" y="1340580"/>
            <a:ext cx="5545138" cy="482480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de-DE" dirty="0"/>
          </a:p>
        </p:txBody>
      </p:sp>
      <p:sp>
        <p:nvSpPr>
          <p:cNvPr id="4" name="Content right">
            <a:extLst>
              <a:ext uri="{FF2B5EF4-FFF2-40B4-BE49-F238E27FC236}">
                <a16:creationId xmlns:a16="http://schemas.microsoft.com/office/drawing/2014/main" id="{84C85A17-75E6-CB78-AEB7-60BB1331E1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67439" y="1340580"/>
            <a:ext cx="5545138" cy="482480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de-DE" dirty="0"/>
          </a:p>
        </p:txBody>
      </p:sp>
      <p:sp>
        <p:nvSpPr>
          <p:cNvPr id="8" name="MIO_CONVERT_SLIDES_SUBTITLE">
            <a:extLst>
              <a:ext uri="{FF2B5EF4-FFF2-40B4-BE49-F238E27FC236}">
                <a16:creationId xmlns:a16="http://schemas.microsoft.com/office/drawing/2014/main" id="{C5ACA44A-1380-E897-F955-D469738121C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9375" y="476024"/>
            <a:ext cx="8928625" cy="115416"/>
          </a:xfrm>
        </p:spPr>
        <p:txBody>
          <a:bodyPr/>
          <a:lstStyle>
            <a:lvl1pPr>
              <a:defRPr sz="800" cap="all" spc="300" baseline="0">
                <a:solidFill>
                  <a:srgbClr val="878787"/>
                </a:solidFill>
              </a:defRPr>
            </a:lvl1pPr>
          </a:lstStyle>
          <a:p>
            <a:r>
              <a:rPr lang="en-US" dirty="0"/>
              <a:t>Topline usually Topic</a:t>
            </a:r>
          </a:p>
        </p:txBody>
      </p:sp>
      <p:sp>
        <p:nvSpPr>
          <p:cNvPr id="9" name="Footnote">
            <a:extLst>
              <a:ext uri="{FF2B5EF4-FFF2-40B4-BE49-F238E27FC236}">
                <a16:creationId xmlns:a16="http://schemas.microsoft.com/office/drawing/2014/main" id="{A858F8A0-E7D7-C182-EC89-229FFDC2097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79424" y="6166800"/>
            <a:ext cx="11232000" cy="250341"/>
          </a:xfrm>
        </p:spPr>
        <p:txBody>
          <a:bodyPr anchor="b"/>
          <a:lstStyle>
            <a:lvl1pPr>
              <a:lnSpc>
                <a:spcPct val="100000"/>
              </a:lnSpc>
              <a:spcBef>
                <a:spcPts val="0"/>
              </a:spcBef>
              <a:defRPr sz="800">
                <a:solidFill>
                  <a:srgbClr val="878787"/>
                </a:solidFill>
              </a:defRPr>
            </a:lvl1pPr>
          </a:lstStyle>
          <a:p>
            <a:pPr lvl="0"/>
            <a:r>
              <a:rPr lang="en-US" dirty="0"/>
              <a:t>¹ Insert footnotes for additional information here | ² Insert footnotes for additional information here | ³ Insert footnotes for additional information here | …</a:t>
            </a:r>
          </a:p>
        </p:txBody>
      </p:sp>
    </p:spTree>
    <p:extLst>
      <p:ext uri="{BB962C8B-B14F-4D97-AF65-F5344CB8AC3E}">
        <p14:creationId xmlns:p14="http://schemas.microsoft.com/office/powerpoint/2010/main" val="39677499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extLst>
    <p:ext uri="{DCECCB84-F9BA-43D5-87BE-67443E8EF086}">
      <p15:sldGuideLst xmlns:p15="http://schemas.microsoft.com/office/powerpoint/2012/main">
        <p15:guide id="3" pos="3795">
          <p15:clr>
            <a:srgbClr val="FBAE40"/>
          </p15:clr>
        </p15:guide>
        <p15:guide id="4" pos="3885">
          <p15:clr>
            <a:srgbClr val="FBAE40"/>
          </p15:clr>
        </p15:guide>
        <p15:guide id="5" orient="horz" pos="3884">
          <p15:clr>
            <a:srgbClr val="FBAE40"/>
          </p15:clr>
        </p15:guide>
      </p15:sldGuideLst>
    </p:ext>
  </p:extLst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hree Contents |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E3C8A6BB-D48F-D011-12B9-1E74E47FFC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de-DE" dirty="0"/>
          </a:p>
        </p:txBody>
      </p:sp>
      <p:sp>
        <p:nvSpPr>
          <p:cNvPr id="3" name="Content left">
            <a:extLst>
              <a:ext uri="{FF2B5EF4-FFF2-40B4-BE49-F238E27FC236}">
                <a16:creationId xmlns:a16="http://schemas.microsoft.com/office/drawing/2014/main" id="{CE7E2B4F-24AA-8198-5CCB-D00C6A6FAC2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79375" y="1340580"/>
            <a:ext cx="3647662" cy="482480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de-DE" dirty="0"/>
          </a:p>
        </p:txBody>
      </p:sp>
      <p:sp>
        <p:nvSpPr>
          <p:cNvPr id="4" name="Content middle">
            <a:extLst>
              <a:ext uri="{FF2B5EF4-FFF2-40B4-BE49-F238E27FC236}">
                <a16:creationId xmlns:a16="http://schemas.microsoft.com/office/drawing/2014/main" id="{84C85A17-75E6-CB78-AEB7-60BB1331E1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272149" y="1340580"/>
            <a:ext cx="3647662" cy="482480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de-DE" dirty="0"/>
          </a:p>
        </p:txBody>
      </p:sp>
      <p:sp>
        <p:nvSpPr>
          <p:cNvPr id="10" name="Content right">
            <a:extLst>
              <a:ext uri="{FF2B5EF4-FFF2-40B4-BE49-F238E27FC236}">
                <a16:creationId xmlns:a16="http://schemas.microsoft.com/office/drawing/2014/main" id="{48BA25C7-75CC-8521-D13E-9BBA4353A68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064922" y="1340580"/>
            <a:ext cx="3647662" cy="482480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de-DE" dirty="0"/>
          </a:p>
        </p:txBody>
      </p:sp>
      <p:sp>
        <p:nvSpPr>
          <p:cNvPr id="8" name="MIO_CONVERT_SLIDES_SUBTITLE">
            <a:extLst>
              <a:ext uri="{FF2B5EF4-FFF2-40B4-BE49-F238E27FC236}">
                <a16:creationId xmlns:a16="http://schemas.microsoft.com/office/drawing/2014/main" id="{C5ACA44A-1380-E897-F955-D469738121C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9375" y="476024"/>
            <a:ext cx="8928625" cy="115416"/>
          </a:xfrm>
        </p:spPr>
        <p:txBody>
          <a:bodyPr/>
          <a:lstStyle>
            <a:lvl1pPr>
              <a:defRPr sz="800" cap="all" spc="300" baseline="0">
                <a:solidFill>
                  <a:srgbClr val="878787"/>
                </a:solidFill>
              </a:defRPr>
            </a:lvl1pPr>
          </a:lstStyle>
          <a:p>
            <a:r>
              <a:rPr lang="en-US" dirty="0"/>
              <a:t>Topline usually Topic</a:t>
            </a:r>
          </a:p>
        </p:txBody>
      </p:sp>
      <p:sp>
        <p:nvSpPr>
          <p:cNvPr id="9" name="Footnote">
            <a:extLst>
              <a:ext uri="{FF2B5EF4-FFF2-40B4-BE49-F238E27FC236}">
                <a16:creationId xmlns:a16="http://schemas.microsoft.com/office/drawing/2014/main" id="{9974B16A-1B20-17BB-F707-6B707E3269D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79424" y="6166800"/>
            <a:ext cx="11232000" cy="250341"/>
          </a:xfrm>
        </p:spPr>
        <p:txBody>
          <a:bodyPr anchor="b"/>
          <a:lstStyle>
            <a:lvl1pPr>
              <a:lnSpc>
                <a:spcPct val="100000"/>
              </a:lnSpc>
              <a:spcBef>
                <a:spcPts val="0"/>
              </a:spcBef>
              <a:defRPr sz="800">
                <a:solidFill>
                  <a:srgbClr val="878787"/>
                </a:solidFill>
              </a:defRPr>
            </a:lvl1pPr>
          </a:lstStyle>
          <a:p>
            <a:pPr lvl="0"/>
            <a:r>
              <a:rPr lang="en-US" dirty="0"/>
              <a:t>¹ Insert footnotes for additional information here | ² Insert footnotes for additional information here | ³ Insert footnotes for additional information here | …</a:t>
            </a:r>
          </a:p>
        </p:txBody>
      </p:sp>
    </p:spTree>
    <p:extLst>
      <p:ext uri="{BB962C8B-B14F-4D97-AF65-F5344CB8AC3E}">
        <p14:creationId xmlns:p14="http://schemas.microsoft.com/office/powerpoint/2010/main" val="42713878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extLst>
    <p:ext uri="{DCECCB84-F9BA-43D5-87BE-67443E8EF086}">
      <p15:sldGuideLst xmlns:p15="http://schemas.microsoft.com/office/powerpoint/2012/main">
        <p15:guide id="5" pos="4989">
          <p15:clr>
            <a:srgbClr val="FBAE40"/>
          </p15:clr>
        </p15:guide>
        <p15:guide id="6" pos="5081">
          <p15:clr>
            <a:srgbClr val="FBAE40"/>
          </p15:clr>
        </p15:guide>
        <p15:guide id="7" pos="2690">
          <p15:clr>
            <a:srgbClr val="FBAE40"/>
          </p15:clr>
        </p15:guide>
        <p15:guide id="8" pos="2600">
          <p15:clr>
            <a:srgbClr val="FBAE40"/>
          </p15:clr>
        </p15:guide>
        <p15:guide id="9" orient="horz" pos="3884">
          <p15:clr>
            <a:srgbClr val="FBAE40"/>
          </p15:clr>
        </p15:guide>
      </p15:sldGuideLst>
    </p:ext>
  </p:extLst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Four Contents |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E3C8A6BB-D48F-D011-12B9-1E74E47FFC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de-DE" dirty="0"/>
          </a:p>
        </p:txBody>
      </p:sp>
      <p:sp>
        <p:nvSpPr>
          <p:cNvPr id="8" name="MIO_CONVERT_SLIDES_SUBTITLE">
            <a:extLst>
              <a:ext uri="{FF2B5EF4-FFF2-40B4-BE49-F238E27FC236}">
                <a16:creationId xmlns:a16="http://schemas.microsoft.com/office/drawing/2014/main" id="{C5ACA44A-1380-E897-F955-D469738121C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9375" y="476024"/>
            <a:ext cx="8928625" cy="115416"/>
          </a:xfrm>
        </p:spPr>
        <p:txBody>
          <a:bodyPr/>
          <a:lstStyle>
            <a:lvl1pPr>
              <a:defRPr sz="800" cap="all" spc="300" baseline="0">
                <a:solidFill>
                  <a:srgbClr val="878787"/>
                </a:solidFill>
              </a:defRPr>
            </a:lvl1pPr>
          </a:lstStyle>
          <a:p>
            <a:r>
              <a:rPr lang="en-US" dirty="0"/>
              <a:t>Topline usually Topic</a:t>
            </a:r>
          </a:p>
        </p:txBody>
      </p:sp>
      <p:sp>
        <p:nvSpPr>
          <p:cNvPr id="12" name="Content 1">
            <a:extLst>
              <a:ext uri="{FF2B5EF4-FFF2-40B4-BE49-F238E27FC236}">
                <a16:creationId xmlns:a16="http://schemas.microsoft.com/office/drawing/2014/main" id="{37BE4B4D-CFDD-B8D1-ADCC-0FBE108A000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79375" y="1340580"/>
            <a:ext cx="2700000" cy="482480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de-DE" dirty="0"/>
          </a:p>
        </p:txBody>
      </p:sp>
      <p:sp>
        <p:nvSpPr>
          <p:cNvPr id="13" name="Content 2">
            <a:extLst>
              <a:ext uri="{FF2B5EF4-FFF2-40B4-BE49-F238E27FC236}">
                <a16:creationId xmlns:a16="http://schemas.microsoft.com/office/drawing/2014/main" id="{6866A2D6-5143-DA06-4EB1-AC3BEA043C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323778" y="1340580"/>
            <a:ext cx="2700000" cy="482480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de-DE" dirty="0"/>
          </a:p>
        </p:txBody>
      </p:sp>
      <p:sp>
        <p:nvSpPr>
          <p:cNvPr id="14" name="Content 3">
            <a:extLst>
              <a:ext uri="{FF2B5EF4-FFF2-40B4-BE49-F238E27FC236}">
                <a16:creationId xmlns:a16="http://schemas.microsoft.com/office/drawing/2014/main" id="{29054455-AD76-A317-FC31-A41B80ECF8DD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68181" y="1340580"/>
            <a:ext cx="2700000" cy="482480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de-DE" dirty="0"/>
          </a:p>
        </p:txBody>
      </p:sp>
      <p:sp>
        <p:nvSpPr>
          <p:cNvPr id="15" name="Content 4">
            <a:extLst>
              <a:ext uri="{FF2B5EF4-FFF2-40B4-BE49-F238E27FC236}">
                <a16:creationId xmlns:a16="http://schemas.microsoft.com/office/drawing/2014/main" id="{AE0F360B-178D-DF84-269E-46B3D56DDD3E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9012585" y="1340580"/>
            <a:ext cx="2700000" cy="482480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de-DE" dirty="0"/>
          </a:p>
        </p:txBody>
      </p:sp>
      <p:sp>
        <p:nvSpPr>
          <p:cNvPr id="16" name="Footnote">
            <a:extLst>
              <a:ext uri="{FF2B5EF4-FFF2-40B4-BE49-F238E27FC236}">
                <a16:creationId xmlns:a16="http://schemas.microsoft.com/office/drawing/2014/main" id="{E671ABC2-6291-11C7-0DA9-7DCEA8FB2C7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79424" y="6166800"/>
            <a:ext cx="11232000" cy="250341"/>
          </a:xfrm>
        </p:spPr>
        <p:txBody>
          <a:bodyPr anchor="b"/>
          <a:lstStyle>
            <a:lvl1pPr>
              <a:lnSpc>
                <a:spcPct val="100000"/>
              </a:lnSpc>
              <a:spcBef>
                <a:spcPts val="0"/>
              </a:spcBef>
              <a:defRPr sz="800">
                <a:solidFill>
                  <a:srgbClr val="878787"/>
                </a:solidFill>
              </a:defRPr>
            </a:lvl1pPr>
          </a:lstStyle>
          <a:p>
            <a:pPr lvl="0"/>
            <a:r>
              <a:rPr lang="en-US" dirty="0"/>
              <a:t>¹ Insert footnotes for additional information here | ² Insert footnotes for additional information here | ³ Insert footnotes for additional information here | …</a:t>
            </a:r>
          </a:p>
        </p:txBody>
      </p:sp>
    </p:spTree>
    <p:extLst>
      <p:ext uri="{BB962C8B-B14F-4D97-AF65-F5344CB8AC3E}">
        <p14:creationId xmlns:p14="http://schemas.microsoft.com/office/powerpoint/2010/main" val="34651422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extLst>
    <p:ext uri="{DCECCB84-F9BA-43D5-87BE-67443E8EF086}">
      <p15:sldGuideLst xmlns:p15="http://schemas.microsoft.com/office/powerpoint/2012/main">
        <p15:guide id="1" orient="horz" pos="3884">
          <p15:clr>
            <a:srgbClr val="FBAE40"/>
          </p15:clr>
        </p15:guide>
        <p15:guide id="2" pos="2003">
          <p15:clr>
            <a:srgbClr val="FBAE40"/>
          </p15:clr>
        </p15:guide>
        <p15:guide id="3" pos="2091">
          <p15:clr>
            <a:srgbClr val="FBAE40"/>
          </p15:clr>
        </p15:guide>
        <p15:guide id="4" pos="3795">
          <p15:clr>
            <a:srgbClr val="FBAE40"/>
          </p15:clr>
        </p15:guide>
        <p15:guide id="5" pos="3885">
          <p15:clr>
            <a:srgbClr val="FBAE40"/>
          </p15:clr>
        </p15:guide>
        <p15:guide id="6" pos="5586">
          <p15:clr>
            <a:srgbClr val="FBAE40"/>
          </p15:clr>
        </p15:guide>
        <p15:guide id="7" pos="5678">
          <p15:clr>
            <a:srgbClr val="FBAE40"/>
          </p15:clr>
        </p15:guide>
      </p15:sldGuideLst>
    </p:ext>
  </p:extLst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 |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E3C8A6BB-D48F-D011-12B9-1E74E47FFC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de-DE"/>
          </a:p>
        </p:txBody>
      </p:sp>
      <p:sp>
        <p:nvSpPr>
          <p:cNvPr id="8" name="MIO_CONVERT_SLIDES_SUBTITLE">
            <a:extLst>
              <a:ext uri="{FF2B5EF4-FFF2-40B4-BE49-F238E27FC236}">
                <a16:creationId xmlns:a16="http://schemas.microsoft.com/office/drawing/2014/main" id="{C5ACA44A-1380-E897-F955-D469738121C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9375" y="476024"/>
            <a:ext cx="8928625" cy="115416"/>
          </a:xfrm>
        </p:spPr>
        <p:txBody>
          <a:bodyPr/>
          <a:lstStyle>
            <a:lvl1pPr>
              <a:defRPr sz="800" cap="all" spc="300" baseline="0">
                <a:solidFill>
                  <a:srgbClr val="878787"/>
                </a:solidFill>
              </a:defRPr>
            </a:lvl1pPr>
          </a:lstStyle>
          <a:p>
            <a:r>
              <a:rPr lang="en-US" dirty="0"/>
              <a:t>Topline usually Topic</a:t>
            </a:r>
          </a:p>
        </p:txBody>
      </p:sp>
      <p:sp>
        <p:nvSpPr>
          <p:cNvPr id="11" name="Content left">
            <a:extLst>
              <a:ext uri="{FF2B5EF4-FFF2-40B4-BE49-F238E27FC236}">
                <a16:creationId xmlns:a16="http://schemas.microsoft.com/office/drawing/2014/main" id="{12C9B869-1223-B7DD-64CA-71F7DD3A75A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79375" y="1339200"/>
            <a:ext cx="5040569" cy="48240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de-DE" dirty="0"/>
          </a:p>
        </p:txBody>
      </p:sp>
      <p:sp>
        <p:nvSpPr>
          <p:cNvPr id="15" name="Content right">
            <a:extLst>
              <a:ext uri="{FF2B5EF4-FFF2-40B4-BE49-F238E27FC236}">
                <a16:creationId xmlns:a16="http://schemas.microsoft.com/office/drawing/2014/main" id="{02B7A186-8034-ED64-E1E4-6562647A1E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672015" y="1339200"/>
            <a:ext cx="5040569" cy="482400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de-DE" dirty="0"/>
          </a:p>
        </p:txBody>
      </p:sp>
      <p:cxnSp>
        <p:nvCxnSpPr>
          <p:cNvPr id="16" name="Straight Connector 30">
            <a:extLst>
              <a:ext uri="{FF2B5EF4-FFF2-40B4-BE49-F238E27FC236}">
                <a16:creationId xmlns:a16="http://schemas.microsoft.com/office/drawing/2014/main" id="{BD46E923-F552-A039-9B3D-1A367BD52B29}"/>
              </a:ext>
            </a:extLst>
          </p:cNvPr>
          <p:cNvCxnSpPr>
            <a:cxnSpLocks/>
          </p:cNvCxnSpPr>
          <p:nvPr userDrawn="1">
            <p:custDataLst>
              <p:tags r:id="rId1"/>
            </p:custDataLst>
          </p:nvPr>
        </p:nvCxnSpPr>
        <p:spPr bwMode="gray">
          <a:xfrm>
            <a:off x="6096000" y="4363201"/>
            <a:ext cx="0" cy="1800000"/>
          </a:xfrm>
          <a:prstGeom prst="line">
            <a:avLst/>
          </a:prstGeom>
          <a:ln w="6350">
            <a:solidFill>
              <a:srgbClr val="878787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30">
            <a:extLst>
              <a:ext uri="{FF2B5EF4-FFF2-40B4-BE49-F238E27FC236}">
                <a16:creationId xmlns:a16="http://schemas.microsoft.com/office/drawing/2014/main" id="{6E1A39C5-D360-C3A7-4AD3-DE450DD786CD}"/>
              </a:ext>
            </a:extLst>
          </p:cNvPr>
          <p:cNvCxnSpPr>
            <a:cxnSpLocks/>
          </p:cNvCxnSpPr>
          <p:nvPr userDrawn="1">
            <p:custDataLst>
              <p:tags r:id="rId2"/>
            </p:custDataLst>
          </p:nvPr>
        </p:nvCxnSpPr>
        <p:spPr bwMode="gray">
          <a:xfrm flipH="1">
            <a:off x="6095999" y="1340579"/>
            <a:ext cx="1" cy="1800000"/>
          </a:xfrm>
          <a:prstGeom prst="line">
            <a:avLst/>
          </a:prstGeom>
          <a:ln w="6350">
            <a:solidFill>
              <a:srgbClr val="878787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" name="Grafik 17">
            <a:extLst>
              <a:ext uri="{FF2B5EF4-FFF2-40B4-BE49-F238E27FC236}">
                <a16:creationId xmlns:a16="http://schemas.microsoft.com/office/drawing/2014/main" id="{0A6D7AC7-847E-754F-B822-A76E53E8BA0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960429" y="3457345"/>
            <a:ext cx="360000" cy="589091"/>
          </a:xfrm>
          <a:prstGeom prst="rect">
            <a:avLst/>
          </a:prstGeom>
        </p:spPr>
      </p:pic>
      <p:sp>
        <p:nvSpPr>
          <p:cNvPr id="19" name="Footnote">
            <a:extLst>
              <a:ext uri="{FF2B5EF4-FFF2-40B4-BE49-F238E27FC236}">
                <a16:creationId xmlns:a16="http://schemas.microsoft.com/office/drawing/2014/main" id="{AAEC7CFA-3752-3263-EC58-30A15FB3807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79424" y="6166800"/>
            <a:ext cx="11232000" cy="250341"/>
          </a:xfrm>
        </p:spPr>
        <p:txBody>
          <a:bodyPr anchor="b"/>
          <a:lstStyle>
            <a:lvl1pPr>
              <a:lnSpc>
                <a:spcPct val="100000"/>
              </a:lnSpc>
              <a:spcBef>
                <a:spcPts val="0"/>
              </a:spcBef>
              <a:defRPr sz="800">
                <a:solidFill>
                  <a:srgbClr val="878787"/>
                </a:solidFill>
              </a:defRPr>
            </a:lvl1pPr>
          </a:lstStyle>
          <a:p>
            <a:pPr lvl="0"/>
            <a:r>
              <a:rPr lang="en-US" dirty="0"/>
              <a:t>¹ Insert footnotes for additional information here | ² Insert footnotes for additional information here | ³ Insert footnotes for additional information here | …</a:t>
            </a:r>
          </a:p>
        </p:txBody>
      </p:sp>
    </p:spTree>
    <p:extLst>
      <p:ext uri="{BB962C8B-B14F-4D97-AF65-F5344CB8AC3E}">
        <p14:creationId xmlns:p14="http://schemas.microsoft.com/office/powerpoint/2010/main" val="12714030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extLst>
    <p:ext uri="{DCECCB84-F9BA-43D5-87BE-67443E8EF086}">
      <p15:sldGuideLst xmlns:p15="http://schemas.microsoft.com/office/powerpoint/2012/main">
        <p15:guide id="1" orient="horz" pos="3884">
          <p15:clr>
            <a:srgbClr val="FBAE40"/>
          </p15:clr>
        </p15:guide>
      </p15:sldGuideLst>
    </p:ext>
  </p:extLst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One Content + Footnotes | 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10">
            <a:extLst>
              <a:ext uri="{FF2B5EF4-FFF2-40B4-BE49-F238E27FC236}">
                <a16:creationId xmlns:a16="http://schemas.microsoft.com/office/drawing/2014/main" id="{B4D52D90-FC76-36E1-E042-4E6187CF64C3}"/>
              </a:ext>
            </a:extLst>
          </p:cNvPr>
          <p:cNvSpPr>
            <a:spLocks/>
          </p:cNvSpPr>
          <p:nvPr userDrawn="1"/>
        </p:nvSpPr>
        <p:spPr bwMode="gray">
          <a:xfrm>
            <a:off x="3" y="1339200"/>
            <a:ext cx="11856574" cy="4824413"/>
          </a:xfrm>
          <a:prstGeom prst="rect">
            <a:avLst/>
          </a:prstGeom>
          <a:solidFill>
            <a:srgbClr val="F1F1F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Noto Sans" panose="020B0502040504020204" pitchFamily="34" charset="0"/>
              <a:ea typeface="+mn-ea"/>
              <a:cs typeface="+mn-cs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AF92A341-AE59-7317-A60B-4FE47E5C35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A3494C0-7E36-FAB6-E218-DAF4BB149B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9425" y="1488404"/>
            <a:ext cx="11233150" cy="4536000"/>
          </a:xfrm>
          <a:solidFill>
            <a:schemeClr val="bg1"/>
          </a:solidFill>
          <a:ln w="6350">
            <a:solidFill>
              <a:srgbClr val="C6C6C6"/>
            </a:solidFill>
          </a:ln>
        </p:spPr>
        <p:txBody>
          <a:bodyPr lIns="72000" tIns="72000" rIns="72000"/>
          <a:lstStyle>
            <a:lvl5pPr>
              <a:tabLst>
                <a:tab pos="2955925" algn="l"/>
              </a:tabLst>
              <a:defRPr/>
            </a:lvl5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A996FCF-A197-698E-1118-3E15F5D6AB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Oct 2023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39DFE71-560B-093C-2FB0-B95024DDA2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CD 2.0 PPT Master Elements test</a:t>
            </a:r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4D1182C-8D76-C30C-69B3-7CBA4DBC0B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C4E3B7-B340-4E97-8B0E-D9BA7642178E}" type="slidenum">
              <a:rPr lang="de-DE"/>
              <a:t>‹#›</a:t>
            </a:fld>
            <a:endParaRPr lang="de-DE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7B9A43E5-A6DF-A714-B73D-13508E8D43C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9375" y="476024"/>
            <a:ext cx="8928625" cy="115416"/>
          </a:xfrm>
        </p:spPr>
        <p:txBody>
          <a:bodyPr/>
          <a:lstStyle>
            <a:lvl1pPr>
              <a:defRPr sz="800" cap="all" spc="300" baseline="0">
                <a:solidFill>
                  <a:srgbClr val="878787"/>
                </a:solidFill>
              </a:defRPr>
            </a:lvl1pPr>
          </a:lstStyle>
          <a:p>
            <a:r>
              <a:rPr lang="en-US" dirty="0"/>
              <a:t>Topline usually Topic</a:t>
            </a:r>
          </a:p>
        </p:txBody>
      </p:sp>
      <p:sp>
        <p:nvSpPr>
          <p:cNvPr id="8" name="Textplatzhalter 10">
            <a:extLst>
              <a:ext uri="{FF2B5EF4-FFF2-40B4-BE49-F238E27FC236}">
                <a16:creationId xmlns:a16="http://schemas.microsoft.com/office/drawing/2014/main" id="{1DB00556-0956-5140-D5D3-A5550B94486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79424" y="6166800"/>
            <a:ext cx="11232000" cy="250341"/>
          </a:xfrm>
        </p:spPr>
        <p:txBody>
          <a:bodyPr anchor="b"/>
          <a:lstStyle>
            <a:lvl1pPr>
              <a:lnSpc>
                <a:spcPct val="100000"/>
              </a:lnSpc>
              <a:spcBef>
                <a:spcPts val="0"/>
              </a:spcBef>
              <a:defRPr sz="800" baseline="0">
                <a:solidFill>
                  <a:srgbClr val="878787"/>
                </a:solidFill>
              </a:defRPr>
            </a:lvl1pPr>
          </a:lstStyle>
          <a:p>
            <a:pPr lvl="0"/>
            <a:r>
              <a:rPr lang="en-US" dirty="0"/>
              <a:t>¹ Insert footnotes for additional information here | ² Insert footnotes for additional information here | ³ Insert footnotes for additional information here | …</a:t>
            </a:r>
          </a:p>
        </p:txBody>
      </p:sp>
      <p:sp>
        <p:nvSpPr>
          <p:cNvPr id="10" name="MIO_VALID_LAYOUT" hidden="1">
            <a:extLst>
              <a:ext uri="{FF2B5EF4-FFF2-40B4-BE49-F238E27FC236}">
                <a16:creationId xmlns:a16="http://schemas.microsoft.com/office/drawing/2014/main" id="{DEC31863-CE5E-01E1-E10C-1C2CE94EECEE}"/>
              </a:ext>
            </a:extLst>
          </p:cNvPr>
          <p:cNvSpPr/>
          <p:nvPr userDrawn="1"/>
        </p:nvSpPr>
        <p:spPr>
          <a:xfrm>
            <a:off x="11070145" y="120067"/>
            <a:ext cx="632377" cy="524631"/>
          </a:xfrm>
          <a:prstGeom prst="noSmoking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de-DE" sz="1600" dirty="0" err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14494615"/>
      </p:ext>
    </p:extLst>
  </p:cSld>
  <p:clrMapOvr>
    <a:masterClrMapping/>
  </p:clrMapOvr>
  <p:hf sldNum="0" hdr="0" ftr="0" dt="0"/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One Content with Key Aspects + Footnotes | 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10">
            <a:extLst>
              <a:ext uri="{FF2B5EF4-FFF2-40B4-BE49-F238E27FC236}">
                <a16:creationId xmlns:a16="http://schemas.microsoft.com/office/drawing/2014/main" id="{6EB83A26-7230-60F8-6DD0-E30125163FA9}"/>
              </a:ext>
            </a:extLst>
          </p:cNvPr>
          <p:cNvSpPr>
            <a:spLocks/>
          </p:cNvSpPr>
          <p:nvPr userDrawn="1"/>
        </p:nvSpPr>
        <p:spPr bwMode="gray">
          <a:xfrm>
            <a:off x="3" y="1339200"/>
            <a:ext cx="8327974" cy="4824001"/>
          </a:xfrm>
          <a:prstGeom prst="rect">
            <a:avLst/>
          </a:prstGeom>
          <a:solidFill>
            <a:srgbClr val="F1F1F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Noto Sans" panose="020B0502040504020204" pitchFamily="34" charset="0"/>
              <a:ea typeface="+mn-ea"/>
              <a:cs typeface="+mn-cs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AF92A341-AE59-7317-A60B-4FE47E5C35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A3494C0-7E36-FAB6-E218-DAF4BB149B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9426" y="1488404"/>
            <a:ext cx="7704000" cy="4535999"/>
          </a:xfrm>
          <a:solidFill>
            <a:schemeClr val="bg1"/>
          </a:solidFill>
          <a:ln w="6350">
            <a:solidFill>
              <a:srgbClr val="C6C6C6"/>
            </a:solidFill>
          </a:ln>
        </p:spPr>
        <p:txBody>
          <a:bodyPr lIns="72000" tIns="72000" rIns="72000" bIns="72000"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A996FCF-A197-698E-1118-3E15F5D6AB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Oct 2023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39DFE71-560B-093C-2FB0-B95024DDA2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CD 2.0 PPT Master Elements test</a:t>
            </a:r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4D1182C-8D76-C30C-69B3-7CBA4DBC0B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C4E3B7-B340-4E97-8B0E-D9BA7642178E}" type="slidenum">
              <a:rPr lang="de-DE"/>
              <a:t>‹#›</a:t>
            </a:fld>
            <a:endParaRPr lang="de-DE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7B9A43E5-A6DF-A714-B73D-13508E8D43C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9375" y="476024"/>
            <a:ext cx="8928625" cy="115416"/>
          </a:xfrm>
        </p:spPr>
        <p:txBody>
          <a:bodyPr/>
          <a:lstStyle>
            <a:lvl1pPr>
              <a:defRPr sz="800" cap="all" spc="300" baseline="0">
                <a:solidFill>
                  <a:srgbClr val="878787"/>
                </a:solidFill>
              </a:defRPr>
            </a:lvl1pPr>
          </a:lstStyle>
          <a:p>
            <a:r>
              <a:rPr lang="en-US" dirty="0"/>
              <a:t>Topline usually Topic</a:t>
            </a:r>
          </a:p>
        </p:txBody>
      </p:sp>
      <p:cxnSp>
        <p:nvCxnSpPr>
          <p:cNvPr id="9" name="Straight Connector 30">
            <a:extLst>
              <a:ext uri="{FF2B5EF4-FFF2-40B4-BE49-F238E27FC236}">
                <a16:creationId xmlns:a16="http://schemas.microsoft.com/office/drawing/2014/main" id="{124926B7-EB1E-5FA8-1B09-735D38D042B8}"/>
              </a:ext>
            </a:extLst>
          </p:cNvPr>
          <p:cNvCxnSpPr>
            <a:cxnSpLocks/>
          </p:cNvCxnSpPr>
          <p:nvPr userDrawn="1">
            <p:custDataLst>
              <p:tags r:id="rId1"/>
            </p:custDataLst>
          </p:nvPr>
        </p:nvCxnSpPr>
        <p:spPr bwMode="gray">
          <a:xfrm>
            <a:off x="8618533" y="1340579"/>
            <a:ext cx="0" cy="4822622"/>
          </a:xfrm>
          <a:prstGeom prst="line">
            <a:avLst/>
          </a:prstGeom>
          <a:ln w="6350">
            <a:solidFill>
              <a:srgbClr val="878787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platzhalter 9">
            <a:extLst>
              <a:ext uri="{FF2B5EF4-FFF2-40B4-BE49-F238E27FC236}">
                <a16:creationId xmlns:a16="http://schemas.microsoft.com/office/drawing/2014/main" id="{07AED2A4-29C7-2966-60D9-E4E80785EF0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906400" y="1340724"/>
            <a:ext cx="2806170" cy="337447"/>
          </a:xfrm>
        </p:spPr>
        <p:txBody>
          <a:bodyPr/>
          <a:lstStyle>
            <a:lvl1pPr>
              <a:defRPr sz="1400" b="1"/>
            </a:lvl1pPr>
          </a:lstStyle>
          <a:p>
            <a:pPr lvl="0"/>
            <a:r>
              <a:rPr lang="de-DE" dirty="0" err="1"/>
              <a:t>Overline</a:t>
            </a:r>
            <a:r>
              <a:rPr lang="de-DE" dirty="0"/>
              <a:t> (Teaser </a:t>
            </a:r>
            <a:r>
              <a:rPr lang="de-DE" dirty="0" err="1"/>
              <a:t>text</a:t>
            </a:r>
            <a:r>
              <a:rPr lang="de-DE" dirty="0"/>
              <a:t>), </a:t>
            </a:r>
            <a:r>
              <a:rPr lang="de-DE" dirty="0" err="1"/>
              <a:t>bold</a:t>
            </a:r>
            <a:r>
              <a:rPr lang="de-DE" dirty="0"/>
              <a:t>.</a:t>
            </a:r>
          </a:p>
        </p:txBody>
      </p:sp>
      <p:sp>
        <p:nvSpPr>
          <p:cNvPr id="13" name="Textplatzhalter 11">
            <a:extLst>
              <a:ext uri="{FF2B5EF4-FFF2-40B4-BE49-F238E27FC236}">
                <a16:creationId xmlns:a16="http://schemas.microsoft.com/office/drawing/2014/main" id="{359C96B8-47C6-EA95-67B6-918A7C3B621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906400" y="1678172"/>
            <a:ext cx="2808001" cy="3433819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10" name="Textplatzhalter 10">
            <a:extLst>
              <a:ext uri="{FF2B5EF4-FFF2-40B4-BE49-F238E27FC236}">
                <a16:creationId xmlns:a16="http://schemas.microsoft.com/office/drawing/2014/main" id="{6D617F39-A1C4-4243-99FE-8049B3D121C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79424" y="6166800"/>
            <a:ext cx="7848549" cy="250341"/>
          </a:xfrm>
        </p:spPr>
        <p:txBody>
          <a:bodyPr anchor="b"/>
          <a:lstStyle>
            <a:lvl1pPr>
              <a:lnSpc>
                <a:spcPct val="100000"/>
              </a:lnSpc>
              <a:spcBef>
                <a:spcPts val="0"/>
              </a:spcBef>
              <a:defRPr sz="800">
                <a:solidFill>
                  <a:srgbClr val="878787"/>
                </a:solidFill>
              </a:defRPr>
            </a:lvl1pPr>
          </a:lstStyle>
          <a:p>
            <a:pPr lvl="0"/>
            <a:r>
              <a:rPr lang="en-US" dirty="0"/>
              <a:t>¹ Insert footnotes for additional information here | ² Insert footnotes for additional information here | ³ Insert footnotes for additional information here | …</a:t>
            </a:r>
          </a:p>
        </p:txBody>
      </p:sp>
      <p:sp>
        <p:nvSpPr>
          <p:cNvPr id="16" name="Conclusion">
            <a:extLst>
              <a:ext uri="{FF2B5EF4-FFF2-40B4-BE49-F238E27FC236}">
                <a16:creationId xmlns:a16="http://schemas.microsoft.com/office/drawing/2014/main" id="{92A685EE-C7FD-F460-1338-578414D54FE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906401" y="5572130"/>
            <a:ext cx="2808001" cy="591071"/>
          </a:xfrm>
          <a:solidFill>
            <a:srgbClr val="619685"/>
          </a:solidFill>
        </p:spPr>
        <p:txBody>
          <a:bodyPr lIns="144000" tIns="72000" rIns="144000" bIns="90000" anchor="b">
            <a:spAutoFit/>
          </a:bodyPr>
          <a:lstStyle>
            <a:lvl1pPr>
              <a:lnSpc>
                <a:spcPct val="120000"/>
              </a:lnSpc>
              <a:spcBef>
                <a:spcPts val="0"/>
              </a:spcBef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de-DE" dirty="0"/>
              <a:t>Mastertextformat </a:t>
            </a:r>
            <a:br>
              <a:rPr lang="de-DE" dirty="0"/>
            </a:br>
            <a:r>
              <a:rPr lang="de-DE" dirty="0"/>
              <a:t>bearbeiten</a:t>
            </a:r>
          </a:p>
        </p:txBody>
      </p:sp>
    </p:spTree>
    <p:extLst>
      <p:ext uri="{BB962C8B-B14F-4D97-AF65-F5344CB8AC3E}">
        <p14:creationId xmlns:p14="http://schemas.microsoft.com/office/powerpoint/2010/main" val="961165441"/>
      </p:ext>
    </p:extLst>
  </p:cSld>
  <p:clrMapOvr>
    <a:masterClrMapping/>
  </p:clrMapOvr>
  <p:hf sldNum="0" hdr="0" ftr="0" dt="0"/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mparison + Footnotes | 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0">
            <a:extLst>
              <a:ext uri="{FF2B5EF4-FFF2-40B4-BE49-F238E27FC236}">
                <a16:creationId xmlns:a16="http://schemas.microsoft.com/office/drawing/2014/main" id="{2CD5559D-919B-0FD5-CE72-BFCDC7F75554}"/>
              </a:ext>
            </a:extLst>
          </p:cNvPr>
          <p:cNvSpPr>
            <a:spLocks/>
          </p:cNvSpPr>
          <p:nvPr userDrawn="1"/>
        </p:nvSpPr>
        <p:spPr bwMode="gray">
          <a:xfrm>
            <a:off x="3" y="1340557"/>
            <a:ext cx="11856574" cy="4820319"/>
          </a:xfrm>
          <a:prstGeom prst="rect">
            <a:avLst/>
          </a:prstGeom>
          <a:solidFill>
            <a:srgbClr val="F1F1F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Noto Sans" panose="020B0502040504020204" pitchFamily="34" charset="0"/>
              <a:ea typeface="+mn-ea"/>
              <a:cs typeface="+mn-cs"/>
            </a:endParaRP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E7E2B4F-24AA-8198-5CCB-D00C6A6FAC2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79375" y="1488404"/>
            <a:ext cx="5040000" cy="4535999"/>
          </a:xfrm>
          <a:solidFill>
            <a:schemeClr val="bg1"/>
          </a:solidFill>
          <a:ln w="6350">
            <a:solidFill>
              <a:srgbClr val="C6C6C6"/>
            </a:solidFill>
          </a:ln>
        </p:spPr>
        <p:txBody>
          <a:bodyPr lIns="72000" tIns="72000" rIns="72000" bIns="72000"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84C85A17-75E6-CB78-AEB7-60BB1331E1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672015" y="1488404"/>
            <a:ext cx="5040000" cy="4535999"/>
          </a:xfrm>
          <a:solidFill>
            <a:schemeClr val="bg1"/>
          </a:solidFill>
          <a:ln w="6350">
            <a:solidFill>
              <a:srgbClr val="C6C6C6"/>
            </a:solidFill>
          </a:ln>
        </p:spPr>
        <p:txBody>
          <a:bodyPr lIns="72000" tIns="72000" rIns="72000" bIns="72000"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1927E9A5-F45D-B3F9-6B6D-B1836B0D0B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Oct 2023</a:t>
            </a:r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76334B6C-5ED6-2A6D-D9F6-283BB3B11E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CD 2.0 PPT Master Elements test</a:t>
            </a:r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0F559D9-4ECA-D578-8A99-D207A88F07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C4E3B7-B340-4E97-8B0E-D9BA7642178E}" type="slidenum">
              <a:rPr lang="de-DE"/>
              <a:t>‹#›</a:t>
            </a:fld>
            <a:endParaRPr lang="de-DE"/>
          </a:p>
        </p:txBody>
      </p:sp>
      <p:sp>
        <p:nvSpPr>
          <p:cNvPr id="8" name="Textplatzhalter 6">
            <a:extLst>
              <a:ext uri="{FF2B5EF4-FFF2-40B4-BE49-F238E27FC236}">
                <a16:creationId xmlns:a16="http://schemas.microsoft.com/office/drawing/2014/main" id="{C5ACA44A-1380-E897-F955-D469738121C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9375" y="476024"/>
            <a:ext cx="8928625" cy="115416"/>
          </a:xfrm>
        </p:spPr>
        <p:txBody>
          <a:bodyPr/>
          <a:lstStyle>
            <a:lvl1pPr>
              <a:defRPr sz="800" cap="all" spc="300" baseline="0">
                <a:solidFill>
                  <a:srgbClr val="878787"/>
                </a:solidFill>
              </a:defRPr>
            </a:lvl1pPr>
          </a:lstStyle>
          <a:p>
            <a:r>
              <a:rPr lang="en-US" dirty="0"/>
              <a:t>Topline usually Topic</a:t>
            </a:r>
          </a:p>
        </p:txBody>
      </p:sp>
      <p:cxnSp>
        <p:nvCxnSpPr>
          <p:cNvPr id="12" name="Straight Connector 30">
            <a:extLst>
              <a:ext uri="{FF2B5EF4-FFF2-40B4-BE49-F238E27FC236}">
                <a16:creationId xmlns:a16="http://schemas.microsoft.com/office/drawing/2014/main" id="{2FFD3062-A0C5-F2B9-C5B2-1BFEE949ACDE}"/>
              </a:ext>
            </a:extLst>
          </p:cNvPr>
          <p:cNvCxnSpPr>
            <a:cxnSpLocks/>
          </p:cNvCxnSpPr>
          <p:nvPr userDrawn="1">
            <p:custDataLst>
              <p:tags r:id="rId1"/>
            </p:custDataLst>
          </p:nvPr>
        </p:nvCxnSpPr>
        <p:spPr bwMode="gray">
          <a:xfrm>
            <a:off x="6096000" y="4336280"/>
            <a:ext cx="0" cy="1684800"/>
          </a:xfrm>
          <a:prstGeom prst="line">
            <a:avLst/>
          </a:prstGeom>
          <a:ln w="6350">
            <a:solidFill>
              <a:srgbClr val="878787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30">
            <a:extLst>
              <a:ext uri="{FF2B5EF4-FFF2-40B4-BE49-F238E27FC236}">
                <a16:creationId xmlns:a16="http://schemas.microsoft.com/office/drawing/2014/main" id="{EF8CD038-DEEE-CD35-BAB2-B9F096208107}"/>
              </a:ext>
            </a:extLst>
          </p:cNvPr>
          <p:cNvCxnSpPr>
            <a:cxnSpLocks/>
          </p:cNvCxnSpPr>
          <p:nvPr userDrawn="1">
            <p:custDataLst>
              <p:tags r:id="rId2"/>
            </p:custDataLst>
          </p:nvPr>
        </p:nvCxnSpPr>
        <p:spPr bwMode="gray">
          <a:xfrm>
            <a:off x="6095999" y="1485081"/>
            <a:ext cx="0" cy="1684800"/>
          </a:xfrm>
          <a:prstGeom prst="line">
            <a:avLst/>
          </a:prstGeom>
          <a:ln w="6350">
            <a:solidFill>
              <a:srgbClr val="878787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platzhalter 10">
            <a:extLst>
              <a:ext uri="{FF2B5EF4-FFF2-40B4-BE49-F238E27FC236}">
                <a16:creationId xmlns:a16="http://schemas.microsoft.com/office/drawing/2014/main" id="{613DC2C1-9F66-D9AA-3CE3-1E971971C15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79424" y="6166800"/>
            <a:ext cx="11232000" cy="250341"/>
          </a:xfrm>
        </p:spPr>
        <p:txBody>
          <a:bodyPr anchor="b"/>
          <a:lstStyle>
            <a:lvl1pPr>
              <a:lnSpc>
                <a:spcPct val="100000"/>
              </a:lnSpc>
              <a:spcBef>
                <a:spcPts val="0"/>
              </a:spcBef>
              <a:defRPr sz="800">
                <a:solidFill>
                  <a:srgbClr val="878787"/>
                </a:solidFill>
              </a:defRPr>
            </a:lvl1pPr>
          </a:lstStyle>
          <a:p>
            <a:pPr lvl="0"/>
            <a:r>
              <a:rPr lang="en-US" dirty="0"/>
              <a:t>¹ Insert footnotes for additional information here | ² Insert footnotes for additional information here | ³ Insert footnotes for additional information here | …</a:t>
            </a:r>
          </a:p>
        </p:txBody>
      </p:sp>
      <p:sp>
        <p:nvSpPr>
          <p:cNvPr id="16" name="MIO_VALID_LAYOUT" hidden="1">
            <a:extLst>
              <a:ext uri="{FF2B5EF4-FFF2-40B4-BE49-F238E27FC236}">
                <a16:creationId xmlns:a16="http://schemas.microsoft.com/office/drawing/2014/main" id="{B47BDE2E-E43D-BFD0-C1F7-BA72AC680947}"/>
              </a:ext>
            </a:extLst>
          </p:cNvPr>
          <p:cNvSpPr/>
          <p:nvPr userDrawn="1"/>
        </p:nvSpPr>
        <p:spPr>
          <a:xfrm>
            <a:off x="11070145" y="120067"/>
            <a:ext cx="632377" cy="524631"/>
          </a:xfrm>
          <a:prstGeom prst="noSmoking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de-DE" sz="1600" dirty="0" err="1">
              <a:solidFill>
                <a:schemeClr val="tx1"/>
              </a:solidFill>
            </a:endParaRPr>
          </a:p>
        </p:txBody>
      </p:sp>
      <p:pic>
        <p:nvPicPr>
          <p:cNvPr id="17" name="Grafik 16">
            <a:extLst>
              <a:ext uri="{FF2B5EF4-FFF2-40B4-BE49-F238E27FC236}">
                <a16:creationId xmlns:a16="http://schemas.microsoft.com/office/drawing/2014/main" id="{DBF0A12A-215B-C085-7A0A-A8C57FFAA6E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960429" y="3458535"/>
            <a:ext cx="360000" cy="589091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3C6D0885-C350-1E65-B1B8-DA60D1D43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700383296"/>
      </p:ext>
    </p:extLst>
  </p:cSld>
  <p:clrMapOvr>
    <a:masterClrMapping/>
  </p:clrMapOvr>
  <p:hf sldNum="0" hdr="0" ftr="0" dt="0"/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rogression + Footnotes | 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10">
            <a:extLst>
              <a:ext uri="{FF2B5EF4-FFF2-40B4-BE49-F238E27FC236}">
                <a16:creationId xmlns:a16="http://schemas.microsoft.com/office/drawing/2014/main" id="{683A4F42-5333-0E8B-795E-062969255EEE}"/>
              </a:ext>
            </a:extLst>
          </p:cNvPr>
          <p:cNvSpPr>
            <a:spLocks/>
          </p:cNvSpPr>
          <p:nvPr userDrawn="1"/>
        </p:nvSpPr>
        <p:spPr bwMode="gray">
          <a:xfrm>
            <a:off x="3" y="1340557"/>
            <a:ext cx="11856574" cy="4820319"/>
          </a:xfrm>
          <a:prstGeom prst="rect">
            <a:avLst/>
          </a:prstGeom>
          <a:solidFill>
            <a:srgbClr val="F1F1F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Noto Sans" panose="020B0502040504020204" pitchFamily="34" charset="0"/>
              <a:ea typeface="+mn-ea"/>
              <a:cs typeface="+mn-cs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E3C8A6BB-D48F-D011-12B9-1E74E47FFC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E7E2B4F-24AA-8198-5CCB-D00C6A6FAC2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79375" y="1488404"/>
            <a:ext cx="3312378" cy="4535999"/>
          </a:xfrm>
          <a:solidFill>
            <a:schemeClr val="bg1"/>
          </a:solidFill>
          <a:ln w="6350">
            <a:solidFill>
              <a:srgbClr val="C6C6C6"/>
            </a:solidFill>
          </a:ln>
        </p:spPr>
        <p:txBody>
          <a:bodyPr lIns="72000" tIns="72000" rIns="72000" bIns="72000"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84C85A17-75E6-CB78-AEB7-60BB1331E1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439808" y="1488404"/>
            <a:ext cx="3312386" cy="4535999"/>
          </a:xfrm>
          <a:solidFill>
            <a:schemeClr val="bg1"/>
          </a:solidFill>
          <a:ln w="6350">
            <a:solidFill>
              <a:srgbClr val="C6C6C6"/>
            </a:solidFill>
          </a:ln>
        </p:spPr>
        <p:txBody>
          <a:bodyPr lIns="72000" tIns="72000" rIns="72000" bIns="72000"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1927E9A5-F45D-B3F9-6B6D-B1836B0D0B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Oct 2023</a:t>
            </a:r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76334B6C-5ED6-2A6D-D9F6-283BB3B11E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CD 2.0 PPT Master Elements test</a:t>
            </a:r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0F559D9-4ECA-D578-8A99-D207A88F07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C4E3B7-B340-4E97-8B0E-D9BA7642178E}" type="slidenum">
              <a:rPr lang="de-DE"/>
              <a:t>‹#›</a:t>
            </a:fld>
            <a:endParaRPr lang="de-DE"/>
          </a:p>
        </p:txBody>
      </p:sp>
      <p:sp>
        <p:nvSpPr>
          <p:cNvPr id="8" name="Textplatzhalter 6">
            <a:extLst>
              <a:ext uri="{FF2B5EF4-FFF2-40B4-BE49-F238E27FC236}">
                <a16:creationId xmlns:a16="http://schemas.microsoft.com/office/drawing/2014/main" id="{C5ACA44A-1380-E897-F955-D469738121C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9375" y="476024"/>
            <a:ext cx="8928625" cy="115416"/>
          </a:xfrm>
        </p:spPr>
        <p:txBody>
          <a:bodyPr/>
          <a:lstStyle>
            <a:lvl1pPr>
              <a:defRPr sz="800" cap="all" spc="300" baseline="0">
                <a:solidFill>
                  <a:srgbClr val="878787"/>
                </a:solidFill>
              </a:defRPr>
            </a:lvl1pPr>
          </a:lstStyle>
          <a:p>
            <a:r>
              <a:rPr lang="en-US" dirty="0"/>
              <a:t>Topline usually Topic</a:t>
            </a:r>
          </a:p>
        </p:txBody>
      </p:sp>
      <p:sp>
        <p:nvSpPr>
          <p:cNvPr id="10" name="Inhaltsplatzhalter 9">
            <a:extLst>
              <a:ext uri="{FF2B5EF4-FFF2-40B4-BE49-F238E27FC236}">
                <a16:creationId xmlns:a16="http://schemas.microsoft.com/office/drawing/2014/main" id="{48BA25C7-75CC-8521-D13E-9BBA4353A68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400198" y="1488404"/>
            <a:ext cx="3312385" cy="4535999"/>
          </a:xfrm>
          <a:solidFill>
            <a:schemeClr val="bg1"/>
          </a:solidFill>
          <a:ln w="6350">
            <a:solidFill>
              <a:srgbClr val="C6C6C6"/>
            </a:solidFill>
          </a:ln>
        </p:spPr>
        <p:txBody>
          <a:bodyPr lIns="72000" tIns="72000" rIns="72000" bIns="72000"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6A3498F5-A943-92E1-BFE7-07AF70387F4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935805" y="3528653"/>
            <a:ext cx="360002" cy="589094"/>
          </a:xfrm>
          <a:prstGeom prst="rect">
            <a:avLst/>
          </a:prstGeom>
        </p:spPr>
      </p:pic>
      <p:pic>
        <p:nvPicPr>
          <p:cNvPr id="13" name="Grafik 12">
            <a:extLst>
              <a:ext uri="{FF2B5EF4-FFF2-40B4-BE49-F238E27FC236}">
                <a16:creationId xmlns:a16="http://schemas.microsoft.com/office/drawing/2014/main" id="{AFC2456B-AEFE-2065-1B32-3A2C79D10E1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896195" y="3528701"/>
            <a:ext cx="360002" cy="589094"/>
          </a:xfrm>
          <a:prstGeom prst="rect">
            <a:avLst/>
          </a:prstGeom>
        </p:spPr>
      </p:pic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382ADF68-98E6-C98C-64BD-3569B225839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79424" y="6166800"/>
            <a:ext cx="11232000" cy="250341"/>
          </a:xfrm>
        </p:spPr>
        <p:txBody>
          <a:bodyPr anchor="b"/>
          <a:lstStyle>
            <a:lvl1pPr>
              <a:lnSpc>
                <a:spcPct val="100000"/>
              </a:lnSpc>
              <a:spcBef>
                <a:spcPts val="0"/>
              </a:spcBef>
              <a:defRPr sz="800" baseline="0">
                <a:solidFill>
                  <a:srgbClr val="878787"/>
                </a:solidFill>
              </a:defRPr>
            </a:lvl1pPr>
          </a:lstStyle>
          <a:p>
            <a:pPr lvl="0"/>
            <a:r>
              <a:rPr lang="en-US" dirty="0"/>
              <a:t>¹ Insert footnotes for additional information here | ² Insert footnotes for additional information here | ³ Insert footnotes for additional information here | …</a:t>
            </a:r>
          </a:p>
        </p:txBody>
      </p:sp>
    </p:spTree>
    <p:extLst>
      <p:ext uri="{BB962C8B-B14F-4D97-AF65-F5344CB8AC3E}">
        <p14:creationId xmlns:p14="http://schemas.microsoft.com/office/powerpoint/2010/main" val="3147170383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hree Contents + Separation Line + Footnotes | 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0">
            <a:extLst>
              <a:ext uri="{FF2B5EF4-FFF2-40B4-BE49-F238E27FC236}">
                <a16:creationId xmlns:a16="http://schemas.microsoft.com/office/drawing/2014/main" id="{07A3DE3A-DD80-160A-B7AC-5E4011946394}"/>
              </a:ext>
            </a:extLst>
          </p:cNvPr>
          <p:cNvSpPr>
            <a:spLocks/>
          </p:cNvSpPr>
          <p:nvPr userDrawn="1"/>
        </p:nvSpPr>
        <p:spPr bwMode="gray">
          <a:xfrm>
            <a:off x="3" y="1340557"/>
            <a:ext cx="11856574" cy="4820319"/>
          </a:xfrm>
          <a:prstGeom prst="rect">
            <a:avLst/>
          </a:prstGeom>
          <a:solidFill>
            <a:srgbClr val="F1F1F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Noto Sans" panose="020B0502040504020204" pitchFamily="34" charset="0"/>
              <a:ea typeface="+mn-ea"/>
              <a:cs typeface="+mn-cs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E3C8A6BB-D48F-D011-12B9-1E74E47FFC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E7E2B4F-24AA-8198-5CCB-D00C6A6FAC2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79375" y="1488404"/>
            <a:ext cx="3552385" cy="4535999"/>
          </a:xfrm>
          <a:solidFill>
            <a:schemeClr val="bg1"/>
          </a:solidFill>
          <a:ln w="6350">
            <a:solidFill>
              <a:srgbClr val="C6C6C6"/>
            </a:solidFill>
          </a:ln>
        </p:spPr>
        <p:txBody>
          <a:bodyPr lIns="72000" tIns="72000" rIns="72000" bIns="72000"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84C85A17-75E6-CB78-AEB7-60BB1331E1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21179" y="1488404"/>
            <a:ext cx="3549600" cy="4535999"/>
          </a:xfrm>
          <a:solidFill>
            <a:schemeClr val="bg1"/>
          </a:solidFill>
          <a:ln w="6350">
            <a:solidFill>
              <a:srgbClr val="C6C6C6"/>
            </a:solidFill>
          </a:ln>
        </p:spPr>
        <p:txBody>
          <a:bodyPr lIns="72000" tIns="72000" rIns="72000" bIns="72000"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1927E9A5-F45D-B3F9-6B6D-B1836B0D0B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Oct 2023</a:t>
            </a:r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76334B6C-5ED6-2A6D-D9F6-283BB3B11E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CD 2.0 PPT Master Elements test</a:t>
            </a:r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0F559D9-4ECA-D578-8A99-D207A88F07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C4E3B7-B340-4E97-8B0E-D9BA7642178E}" type="slidenum">
              <a:rPr lang="de-DE"/>
              <a:t>‹#›</a:t>
            </a:fld>
            <a:endParaRPr lang="de-DE"/>
          </a:p>
        </p:txBody>
      </p:sp>
      <p:sp>
        <p:nvSpPr>
          <p:cNvPr id="8" name="Textplatzhalter 6">
            <a:extLst>
              <a:ext uri="{FF2B5EF4-FFF2-40B4-BE49-F238E27FC236}">
                <a16:creationId xmlns:a16="http://schemas.microsoft.com/office/drawing/2014/main" id="{C5ACA44A-1380-E897-F955-D469738121C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9375" y="476024"/>
            <a:ext cx="8928625" cy="115416"/>
          </a:xfrm>
        </p:spPr>
        <p:txBody>
          <a:bodyPr/>
          <a:lstStyle>
            <a:lvl1pPr>
              <a:defRPr sz="800" cap="all" spc="300" baseline="0">
                <a:solidFill>
                  <a:srgbClr val="878787"/>
                </a:solidFill>
              </a:defRPr>
            </a:lvl1pPr>
          </a:lstStyle>
          <a:p>
            <a:r>
              <a:rPr lang="en-US" dirty="0"/>
              <a:t>Topline usually Topic</a:t>
            </a:r>
          </a:p>
        </p:txBody>
      </p:sp>
      <p:sp>
        <p:nvSpPr>
          <p:cNvPr id="10" name="Inhaltsplatzhalter 9">
            <a:extLst>
              <a:ext uri="{FF2B5EF4-FFF2-40B4-BE49-F238E27FC236}">
                <a16:creationId xmlns:a16="http://schemas.microsoft.com/office/drawing/2014/main" id="{48BA25C7-75CC-8521-D13E-9BBA4353A68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162983" y="1488404"/>
            <a:ext cx="3549600" cy="4535999"/>
          </a:xfrm>
          <a:solidFill>
            <a:schemeClr val="bg1"/>
          </a:solidFill>
          <a:ln w="6350">
            <a:solidFill>
              <a:srgbClr val="C6C6C6"/>
            </a:solidFill>
          </a:ln>
        </p:spPr>
        <p:txBody>
          <a:bodyPr lIns="72000" tIns="72000" rIns="72000" bIns="72000"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cxnSp>
        <p:nvCxnSpPr>
          <p:cNvPr id="9" name="Straight Connector 30">
            <a:extLst>
              <a:ext uri="{FF2B5EF4-FFF2-40B4-BE49-F238E27FC236}">
                <a16:creationId xmlns:a16="http://schemas.microsoft.com/office/drawing/2014/main" id="{B2C8AFF8-1DBB-E7EA-FC97-4F7BAAFB9F62}"/>
              </a:ext>
            </a:extLst>
          </p:cNvPr>
          <p:cNvCxnSpPr>
            <a:cxnSpLocks/>
          </p:cNvCxnSpPr>
          <p:nvPr userDrawn="1">
            <p:custDataLst>
              <p:tags r:id="rId1"/>
            </p:custDataLst>
          </p:nvPr>
        </p:nvCxnSpPr>
        <p:spPr bwMode="gray">
          <a:xfrm>
            <a:off x="4175077" y="1483200"/>
            <a:ext cx="0" cy="4535999"/>
          </a:xfrm>
          <a:prstGeom prst="line">
            <a:avLst/>
          </a:prstGeom>
          <a:ln w="6350">
            <a:solidFill>
              <a:srgbClr val="878787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30">
            <a:extLst>
              <a:ext uri="{FF2B5EF4-FFF2-40B4-BE49-F238E27FC236}">
                <a16:creationId xmlns:a16="http://schemas.microsoft.com/office/drawing/2014/main" id="{BDB05A02-EC43-DD8C-6E32-A00AB97BBCDB}"/>
              </a:ext>
            </a:extLst>
          </p:cNvPr>
          <p:cNvCxnSpPr>
            <a:cxnSpLocks/>
          </p:cNvCxnSpPr>
          <p:nvPr userDrawn="1">
            <p:custDataLst>
              <p:tags r:id="rId2"/>
            </p:custDataLst>
          </p:nvPr>
        </p:nvCxnSpPr>
        <p:spPr bwMode="gray">
          <a:xfrm>
            <a:off x="8016881" y="1483200"/>
            <a:ext cx="0" cy="4535999"/>
          </a:xfrm>
          <a:prstGeom prst="line">
            <a:avLst/>
          </a:prstGeom>
          <a:ln w="6350">
            <a:solidFill>
              <a:srgbClr val="878787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platzhalter 10">
            <a:extLst>
              <a:ext uri="{FF2B5EF4-FFF2-40B4-BE49-F238E27FC236}">
                <a16:creationId xmlns:a16="http://schemas.microsoft.com/office/drawing/2014/main" id="{E19F5B2A-8E64-A51A-94C7-A6B27526C18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79424" y="6166800"/>
            <a:ext cx="11232000" cy="250341"/>
          </a:xfrm>
        </p:spPr>
        <p:txBody>
          <a:bodyPr anchor="b"/>
          <a:lstStyle>
            <a:lvl1pPr>
              <a:lnSpc>
                <a:spcPct val="100000"/>
              </a:lnSpc>
              <a:spcBef>
                <a:spcPts val="0"/>
              </a:spcBef>
              <a:defRPr sz="800" baseline="0">
                <a:solidFill>
                  <a:srgbClr val="878787"/>
                </a:solidFill>
              </a:defRPr>
            </a:lvl1pPr>
          </a:lstStyle>
          <a:p>
            <a:pPr lvl="0"/>
            <a:r>
              <a:rPr lang="en-US" dirty="0"/>
              <a:t>¹ Insert footnotes for additional information here | ² Insert footnotes for additional information here | ³ Insert footnotes for additional information here | …</a:t>
            </a:r>
          </a:p>
        </p:txBody>
      </p:sp>
    </p:spTree>
    <p:extLst>
      <p:ext uri="{BB962C8B-B14F-4D97-AF65-F5344CB8AC3E}">
        <p14:creationId xmlns:p14="http://schemas.microsoft.com/office/powerpoint/2010/main" val="2616595941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pos="4963">
          <p15:clr>
            <a:srgbClr val="FBAE40"/>
          </p15:clr>
        </p15:guide>
        <p15:guide id="2" pos="5133">
          <p15:clr>
            <a:srgbClr val="FBAE40"/>
          </p15:clr>
        </p15:guide>
        <p15:guide id="3" pos="2722">
          <p15:clr>
            <a:srgbClr val="FBAE40"/>
          </p15:clr>
        </p15:guide>
        <p15:guide id="4" pos="2544">
          <p15:clr>
            <a:srgbClr val="FBAE40"/>
          </p15:clr>
        </p15:guide>
      </p15:sldGuideLst>
    </p:ext>
  </p:extLst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hree Contents + Separation Line + Footnotes |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3C8A6BB-D48F-D011-12B9-1E74E47FFC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E7E2B4F-24AA-8198-5CCB-D00C6A6FAC2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79373" y="1340580"/>
            <a:ext cx="3549600" cy="4824000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84C85A17-75E6-CB78-AEB7-60BB1331E1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21179" y="1340580"/>
            <a:ext cx="3549600" cy="4824000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1927E9A5-F45D-B3F9-6B6D-B1836B0D0B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Oct 2023</a:t>
            </a:r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76334B6C-5ED6-2A6D-D9F6-283BB3B11E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CD 2.0 PPT Master Elements test</a:t>
            </a:r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0F559D9-4ECA-D578-8A99-D207A88F07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C4E3B7-B340-4E97-8B0E-D9BA7642178E}" type="slidenum">
              <a:rPr lang="de-DE"/>
              <a:t>‹#›</a:t>
            </a:fld>
            <a:endParaRPr lang="de-DE"/>
          </a:p>
        </p:txBody>
      </p:sp>
      <p:sp>
        <p:nvSpPr>
          <p:cNvPr id="8" name="Textplatzhalter 6">
            <a:extLst>
              <a:ext uri="{FF2B5EF4-FFF2-40B4-BE49-F238E27FC236}">
                <a16:creationId xmlns:a16="http://schemas.microsoft.com/office/drawing/2014/main" id="{C5ACA44A-1380-E897-F955-D469738121C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9375" y="476024"/>
            <a:ext cx="8928625" cy="115416"/>
          </a:xfrm>
        </p:spPr>
        <p:txBody>
          <a:bodyPr/>
          <a:lstStyle>
            <a:lvl1pPr>
              <a:defRPr sz="800" cap="all" spc="300" baseline="0">
                <a:solidFill>
                  <a:srgbClr val="878787"/>
                </a:solidFill>
              </a:defRPr>
            </a:lvl1pPr>
          </a:lstStyle>
          <a:p>
            <a:r>
              <a:rPr lang="en-US" dirty="0"/>
              <a:t>Topline usually Topic</a:t>
            </a:r>
          </a:p>
        </p:txBody>
      </p:sp>
      <p:sp>
        <p:nvSpPr>
          <p:cNvPr id="10" name="Inhaltsplatzhalter 9">
            <a:extLst>
              <a:ext uri="{FF2B5EF4-FFF2-40B4-BE49-F238E27FC236}">
                <a16:creationId xmlns:a16="http://schemas.microsoft.com/office/drawing/2014/main" id="{48BA25C7-75CC-8521-D13E-9BBA4353A68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162983" y="1340580"/>
            <a:ext cx="3549600" cy="4824000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cxnSp>
        <p:nvCxnSpPr>
          <p:cNvPr id="9" name="Straight Connector 30">
            <a:extLst>
              <a:ext uri="{FF2B5EF4-FFF2-40B4-BE49-F238E27FC236}">
                <a16:creationId xmlns:a16="http://schemas.microsoft.com/office/drawing/2014/main" id="{B2C8AFF8-1DBB-E7EA-FC97-4F7BAAFB9F62}"/>
              </a:ext>
            </a:extLst>
          </p:cNvPr>
          <p:cNvCxnSpPr>
            <a:cxnSpLocks/>
          </p:cNvCxnSpPr>
          <p:nvPr userDrawn="1">
            <p:custDataLst>
              <p:tags r:id="rId1"/>
            </p:custDataLst>
          </p:nvPr>
        </p:nvCxnSpPr>
        <p:spPr bwMode="gray">
          <a:xfrm>
            <a:off x="4175076" y="1340580"/>
            <a:ext cx="0" cy="4824000"/>
          </a:xfrm>
          <a:prstGeom prst="line">
            <a:avLst/>
          </a:prstGeom>
          <a:ln w="6350">
            <a:solidFill>
              <a:srgbClr val="878787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30">
            <a:extLst>
              <a:ext uri="{FF2B5EF4-FFF2-40B4-BE49-F238E27FC236}">
                <a16:creationId xmlns:a16="http://schemas.microsoft.com/office/drawing/2014/main" id="{BDB05A02-EC43-DD8C-6E32-A00AB97BBCDB}"/>
              </a:ext>
            </a:extLst>
          </p:cNvPr>
          <p:cNvCxnSpPr>
            <a:cxnSpLocks/>
          </p:cNvCxnSpPr>
          <p:nvPr userDrawn="1">
            <p:custDataLst>
              <p:tags r:id="rId2"/>
            </p:custDataLst>
          </p:nvPr>
        </p:nvCxnSpPr>
        <p:spPr bwMode="gray">
          <a:xfrm>
            <a:off x="8016882" y="1340580"/>
            <a:ext cx="0" cy="4824000"/>
          </a:xfrm>
          <a:prstGeom prst="line">
            <a:avLst/>
          </a:prstGeom>
          <a:ln w="6350">
            <a:solidFill>
              <a:srgbClr val="878787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platzhalter 10">
            <a:extLst>
              <a:ext uri="{FF2B5EF4-FFF2-40B4-BE49-F238E27FC236}">
                <a16:creationId xmlns:a16="http://schemas.microsoft.com/office/drawing/2014/main" id="{94ED6B3A-8597-3BDF-1F76-A7A8365E5EB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79424" y="6166800"/>
            <a:ext cx="11232000" cy="250341"/>
          </a:xfrm>
        </p:spPr>
        <p:txBody>
          <a:bodyPr anchor="b"/>
          <a:lstStyle>
            <a:lvl1pPr>
              <a:lnSpc>
                <a:spcPct val="100000"/>
              </a:lnSpc>
              <a:spcBef>
                <a:spcPts val="0"/>
              </a:spcBef>
              <a:defRPr sz="800" baseline="0">
                <a:solidFill>
                  <a:srgbClr val="878787"/>
                </a:solidFill>
              </a:defRPr>
            </a:lvl1pPr>
          </a:lstStyle>
          <a:p>
            <a:pPr lvl="0"/>
            <a:r>
              <a:rPr lang="en-US" dirty="0"/>
              <a:t>¹ Insert footnotes for additional information here | ² Insert footnotes for additional information here | ³ Insert footnotes for additional information here | …</a:t>
            </a:r>
          </a:p>
        </p:txBody>
      </p:sp>
    </p:spTree>
    <p:extLst>
      <p:ext uri="{BB962C8B-B14F-4D97-AF65-F5344CB8AC3E}">
        <p14:creationId xmlns:p14="http://schemas.microsoft.com/office/powerpoint/2010/main" val="1890329178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pos="4963">
          <p15:clr>
            <a:srgbClr val="FBAE40"/>
          </p15:clr>
        </p15:guide>
        <p15:guide id="2" pos="5133">
          <p15:clr>
            <a:srgbClr val="FBAE40"/>
          </p15:clr>
        </p15:guide>
        <p15:guide id="3" pos="2722">
          <p15:clr>
            <a:srgbClr val="FBAE40"/>
          </p15:clr>
        </p15:guide>
        <p15:guide id="4" pos="2544">
          <p15:clr>
            <a:srgbClr val="FBAE40"/>
          </p15:clr>
        </p15:guide>
      </p15:sldGuideLst>
    </p:ext>
  </p:extLst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Claim and Logo | Animat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">
            <a:extLst>
              <a:ext uri="{FF2B5EF4-FFF2-40B4-BE49-F238E27FC236}">
                <a16:creationId xmlns:a16="http://schemas.microsoft.com/office/drawing/2014/main" id="{48F35A63-A109-A050-F372-FF4889FD1D9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 bwMode="gray">
          <a:xfrm>
            <a:off x="2652095" y="3057953"/>
            <a:ext cx="6887810" cy="769698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C43BA503-A84A-DFAE-14DE-22CF881DFDB0}"/>
              </a:ext>
            </a:extLst>
          </p:cNvPr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 rotWithShape="1"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2652095" y="3044151"/>
            <a:ext cx="6887810" cy="797302"/>
          </a:xfrm>
          <a:prstGeom prst="rect">
            <a:avLst/>
          </a:prstGeom>
        </p:spPr>
      </p:pic>
      <p:sp>
        <p:nvSpPr>
          <p:cNvPr id="4" name="MIO_VALID_LAYOUT" hidden="1">
            <a:extLst>
              <a:ext uri="{FF2B5EF4-FFF2-40B4-BE49-F238E27FC236}">
                <a16:creationId xmlns:a16="http://schemas.microsoft.com/office/drawing/2014/main" id="{EF5B9BEE-8979-CF6B-31C3-19BBBBCCC574}"/>
              </a:ext>
            </a:extLst>
          </p:cNvPr>
          <p:cNvSpPr/>
          <p:nvPr userDrawn="1"/>
        </p:nvSpPr>
        <p:spPr>
          <a:xfrm>
            <a:off x="11070145" y="120067"/>
            <a:ext cx="632377" cy="524631"/>
          </a:xfrm>
          <a:prstGeom prst="noSmoking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de-DE" sz="1600" dirty="0" err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59413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10" presetClass="exit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6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Q&amp;A + Headline +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3C8A6BB-D48F-D011-12B9-1E74E47FFC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8" name="Textplatzhalter 6">
            <a:extLst>
              <a:ext uri="{FF2B5EF4-FFF2-40B4-BE49-F238E27FC236}">
                <a16:creationId xmlns:a16="http://schemas.microsoft.com/office/drawing/2014/main" id="{C5ACA44A-1380-E897-F955-D469738121C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9375" y="476024"/>
            <a:ext cx="8928625" cy="115416"/>
          </a:xfrm>
        </p:spPr>
        <p:txBody>
          <a:bodyPr/>
          <a:lstStyle>
            <a:lvl1pPr>
              <a:defRPr sz="800" cap="all" spc="300" baseline="0">
                <a:solidFill>
                  <a:srgbClr val="878787"/>
                </a:solidFill>
              </a:defRPr>
            </a:lvl1pPr>
          </a:lstStyle>
          <a:p>
            <a:r>
              <a:rPr lang="en-US" dirty="0"/>
              <a:t>Topline usually Topic</a:t>
            </a:r>
          </a:p>
        </p:txBody>
      </p:sp>
      <p:sp>
        <p:nvSpPr>
          <p:cNvPr id="3" name="MIO_VALID_LAYOUT" hidden="1">
            <a:extLst>
              <a:ext uri="{FF2B5EF4-FFF2-40B4-BE49-F238E27FC236}">
                <a16:creationId xmlns:a16="http://schemas.microsoft.com/office/drawing/2014/main" id="{0F514B55-CF39-E92B-B107-02A9A4713A21}"/>
              </a:ext>
            </a:extLst>
          </p:cNvPr>
          <p:cNvSpPr/>
          <p:nvPr userDrawn="1"/>
        </p:nvSpPr>
        <p:spPr>
          <a:xfrm>
            <a:off x="11070145" y="120067"/>
            <a:ext cx="632377" cy="524631"/>
          </a:xfrm>
          <a:prstGeom prst="noSmoking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de-DE" sz="1600" dirty="0" err="1">
              <a:solidFill>
                <a:schemeClr val="tx1"/>
              </a:solidFill>
            </a:endParaRPr>
          </a:p>
        </p:txBody>
      </p:sp>
      <p:grpSp>
        <p:nvGrpSpPr>
          <p:cNvPr id="13" name="Gruppieren 12">
            <a:extLst>
              <a:ext uri="{FF2B5EF4-FFF2-40B4-BE49-F238E27FC236}">
                <a16:creationId xmlns:a16="http://schemas.microsoft.com/office/drawing/2014/main" id="{E04347FB-1212-58EA-BD41-AF49FC3A6982}"/>
              </a:ext>
            </a:extLst>
          </p:cNvPr>
          <p:cNvGrpSpPr/>
          <p:nvPr userDrawn="1"/>
        </p:nvGrpSpPr>
        <p:grpSpPr>
          <a:xfrm>
            <a:off x="1344152" y="2596122"/>
            <a:ext cx="5435304" cy="2086338"/>
            <a:chOff x="1344152" y="2596122"/>
            <a:chExt cx="5435304" cy="2086338"/>
          </a:xfrm>
        </p:grpSpPr>
        <p:sp>
          <p:nvSpPr>
            <p:cNvPr id="10" name="Freihandform: Form 9">
              <a:extLst>
                <a:ext uri="{FF2B5EF4-FFF2-40B4-BE49-F238E27FC236}">
                  <a16:creationId xmlns:a16="http://schemas.microsoft.com/office/drawing/2014/main" id="{CE27D09E-FF0A-6018-0981-A743CF604768}"/>
                </a:ext>
              </a:extLst>
            </p:cNvPr>
            <p:cNvSpPr/>
            <p:nvPr/>
          </p:nvSpPr>
          <p:spPr>
            <a:xfrm>
              <a:off x="1344152" y="2596122"/>
              <a:ext cx="1662838" cy="2086338"/>
            </a:xfrm>
            <a:custGeom>
              <a:avLst/>
              <a:gdLst>
                <a:gd name="connsiteX0" fmla="*/ 1616217 w 1662838"/>
                <a:gd name="connsiteY0" fmla="*/ 856681 h 2086338"/>
                <a:gd name="connsiteX1" fmla="*/ 1532686 w 1662838"/>
                <a:gd name="connsiteY1" fmla="*/ 1315132 h 2086338"/>
                <a:gd name="connsiteX2" fmla="*/ 1256841 w 1662838"/>
                <a:gd name="connsiteY2" fmla="*/ 1618175 h 2086338"/>
                <a:gd name="connsiteX3" fmla="*/ 1662838 w 1662838"/>
                <a:gd name="connsiteY3" fmla="*/ 2086339 h 2086338"/>
                <a:gd name="connsiteX4" fmla="*/ 1103379 w 1662838"/>
                <a:gd name="connsiteY4" fmla="*/ 2086339 h 2086338"/>
                <a:gd name="connsiteX5" fmla="*/ 823649 w 1662838"/>
                <a:gd name="connsiteY5" fmla="*/ 1713362 h 2086338"/>
                <a:gd name="connsiteX6" fmla="*/ 808108 w 1662838"/>
                <a:gd name="connsiteY6" fmla="*/ 1713362 h 2086338"/>
                <a:gd name="connsiteX7" fmla="*/ 349662 w 1662838"/>
                <a:gd name="connsiteY7" fmla="*/ 1606520 h 2086338"/>
                <a:gd name="connsiteX8" fmla="*/ 85473 w 1662838"/>
                <a:gd name="connsiteY8" fmla="*/ 1305419 h 2086338"/>
                <a:gd name="connsiteX9" fmla="*/ 0 w 1662838"/>
                <a:gd name="connsiteY9" fmla="*/ 852796 h 2086338"/>
                <a:gd name="connsiteX10" fmla="*/ 85473 w 1662838"/>
                <a:gd name="connsiteY10" fmla="*/ 402116 h 2086338"/>
                <a:gd name="connsiteX11" fmla="*/ 351605 w 1662838"/>
                <a:gd name="connsiteY11" fmla="*/ 104900 h 2086338"/>
                <a:gd name="connsiteX12" fmla="*/ 810051 w 1662838"/>
                <a:gd name="connsiteY12" fmla="*/ 0 h 2086338"/>
                <a:gd name="connsiteX13" fmla="*/ 1272382 w 1662838"/>
                <a:gd name="connsiteY13" fmla="*/ 106842 h 2086338"/>
                <a:gd name="connsiteX14" fmla="*/ 1532686 w 1662838"/>
                <a:gd name="connsiteY14" fmla="*/ 406001 h 2086338"/>
                <a:gd name="connsiteX15" fmla="*/ 1616217 w 1662838"/>
                <a:gd name="connsiteY15" fmla="*/ 856681 h 2086338"/>
                <a:gd name="connsiteX16" fmla="*/ 472044 w 1662838"/>
                <a:gd name="connsiteY16" fmla="*/ 856681 h 2086338"/>
                <a:gd name="connsiteX17" fmla="*/ 549747 w 1662838"/>
                <a:gd name="connsiteY17" fmla="*/ 1210232 h 2086338"/>
                <a:gd name="connsiteX18" fmla="*/ 808108 w 1662838"/>
                <a:gd name="connsiteY18" fmla="*/ 1338443 h 2086338"/>
                <a:gd name="connsiteX19" fmla="*/ 1068412 w 1662838"/>
                <a:gd name="connsiteY19" fmla="*/ 1210232 h 2086338"/>
                <a:gd name="connsiteX20" fmla="*/ 1142230 w 1662838"/>
                <a:gd name="connsiteY20" fmla="*/ 856681 h 2086338"/>
                <a:gd name="connsiteX21" fmla="*/ 1068412 w 1662838"/>
                <a:gd name="connsiteY21" fmla="*/ 499245 h 2086338"/>
                <a:gd name="connsiteX22" fmla="*/ 810051 w 1662838"/>
                <a:gd name="connsiteY22" fmla="*/ 369092 h 2086338"/>
                <a:gd name="connsiteX23" fmla="*/ 549747 w 1662838"/>
                <a:gd name="connsiteY23" fmla="*/ 499245 h 2086338"/>
                <a:gd name="connsiteX24" fmla="*/ 472044 w 1662838"/>
                <a:gd name="connsiteY24" fmla="*/ 856681 h 2086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62838" h="2086338">
                  <a:moveTo>
                    <a:pt x="1616217" y="856681"/>
                  </a:moveTo>
                  <a:cubicBezTo>
                    <a:pt x="1616217" y="1031514"/>
                    <a:pt x="1589020" y="1183036"/>
                    <a:pt x="1532686" y="1315132"/>
                  </a:cubicBezTo>
                  <a:cubicBezTo>
                    <a:pt x="1476352" y="1447228"/>
                    <a:pt x="1385051" y="1548242"/>
                    <a:pt x="1256841" y="1618175"/>
                  </a:cubicBezTo>
                  <a:lnTo>
                    <a:pt x="1662838" y="2086339"/>
                  </a:lnTo>
                  <a:lnTo>
                    <a:pt x="1103379" y="2086339"/>
                  </a:lnTo>
                  <a:lnTo>
                    <a:pt x="823649" y="1713362"/>
                  </a:lnTo>
                  <a:lnTo>
                    <a:pt x="808108" y="1713362"/>
                  </a:lnTo>
                  <a:cubicBezTo>
                    <a:pt x="621622" y="1713362"/>
                    <a:pt x="468159" y="1678395"/>
                    <a:pt x="349662" y="1606520"/>
                  </a:cubicBezTo>
                  <a:cubicBezTo>
                    <a:pt x="229223" y="1534644"/>
                    <a:pt x="141807" y="1435572"/>
                    <a:pt x="85473" y="1305419"/>
                  </a:cubicBezTo>
                  <a:cubicBezTo>
                    <a:pt x="29139" y="1177208"/>
                    <a:pt x="0" y="1025686"/>
                    <a:pt x="0" y="852796"/>
                  </a:cubicBezTo>
                  <a:cubicBezTo>
                    <a:pt x="0" y="679906"/>
                    <a:pt x="29139" y="530326"/>
                    <a:pt x="85473" y="402116"/>
                  </a:cubicBezTo>
                  <a:cubicBezTo>
                    <a:pt x="143750" y="273905"/>
                    <a:pt x="231166" y="174833"/>
                    <a:pt x="351605" y="104900"/>
                  </a:cubicBezTo>
                  <a:cubicBezTo>
                    <a:pt x="472044" y="34967"/>
                    <a:pt x="623564" y="0"/>
                    <a:pt x="810051" y="0"/>
                  </a:cubicBezTo>
                  <a:cubicBezTo>
                    <a:pt x="996537" y="0"/>
                    <a:pt x="1153885" y="34967"/>
                    <a:pt x="1272382" y="106842"/>
                  </a:cubicBezTo>
                  <a:cubicBezTo>
                    <a:pt x="1390879" y="176775"/>
                    <a:pt x="1478294" y="277790"/>
                    <a:pt x="1532686" y="406001"/>
                  </a:cubicBezTo>
                  <a:cubicBezTo>
                    <a:pt x="1587078" y="534212"/>
                    <a:pt x="1616217" y="683791"/>
                    <a:pt x="1616217" y="856681"/>
                  </a:cubicBezTo>
                  <a:close/>
                  <a:moveTo>
                    <a:pt x="472044" y="856681"/>
                  </a:moveTo>
                  <a:cubicBezTo>
                    <a:pt x="472044" y="1008203"/>
                    <a:pt x="497297" y="1124758"/>
                    <a:pt x="549747" y="1210232"/>
                  </a:cubicBezTo>
                  <a:cubicBezTo>
                    <a:pt x="602196" y="1295706"/>
                    <a:pt x="687669" y="1338443"/>
                    <a:pt x="808108" y="1338443"/>
                  </a:cubicBezTo>
                  <a:cubicBezTo>
                    <a:pt x="928547" y="1338443"/>
                    <a:pt x="1019848" y="1295706"/>
                    <a:pt x="1068412" y="1210232"/>
                  </a:cubicBezTo>
                  <a:cubicBezTo>
                    <a:pt x="1118919" y="1124758"/>
                    <a:pt x="1142230" y="1006260"/>
                    <a:pt x="1142230" y="856681"/>
                  </a:cubicBezTo>
                  <a:cubicBezTo>
                    <a:pt x="1142230" y="707102"/>
                    <a:pt x="1116977" y="586661"/>
                    <a:pt x="1068412" y="499245"/>
                  </a:cubicBezTo>
                  <a:cubicBezTo>
                    <a:pt x="1017906" y="411828"/>
                    <a:pt x="932433" y="369092"/>
                    <a:pt x="810051" y="369092"/>
                  </a:cubicBezTo>
                  <a:cubicBezTo>
                    <a:pt x="687669" y="369092"/>
                    <a:pt x="600253" y="411828"/>
                    <a:pt x="549747" y="499245"/>
                  </a:cubicBezTo>
                  <a:cubicBezTo>
                    <a:pt x="499240" y="586661"/>
                    <a:pt x="472044" y="705159"/>
                    <a:pt x="472044" y="856681"/>
                  </a:cubicBezTo>
                  <a:close/>
                </a:path>
              </a:pathLst>
            </a:custGeom>
            <a:solidFill>
              <a:srgbClr val="237864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1" name="Freihandform: Form 10">
              <a:extLst>
                <a:ext uri="{FF2B5EF4-FFF2-40B4-BE49-F238E27FC236}">
                  <a16:creationId xmlns:a16="http://schemas.microsoft.com/office/drawing/2014/main" id="{A39684C0-16D1-3BDF-3E31-B891A62FD4A2}"/>
                </a:ext>
              </a:extLst>
            </p:cNvPr>
            <p:cNvSpPr/>
            <p:nvPr/>
          </p:nvSpPr>
          <p:spPr>
            <a:xfrm>
              <a:off x="3164338" y="2601950"/>
              <a:ext cx="1792990" cy="1709476"/>
            </a:xfrm>
            <a:custGeom>
              <a:avLst/>
              <a:gdLst>
                <a:gd name="connsiteX0" fmla="*/ 691554 w 1792990"/>
                <a:gd name="connsiteY0" fmla="*/ 0 h 1709476"/>
                <a:gd name="connsiteX1" fmla="*/ 1062585 w 1792990"/>
                <a:gd name="connsiteY1" fmla="*/ 104900 h 1709476"/>
                <a:gd name="connsiteX2" fmla="*/ 1198564 w 1792990"/>
                <a:gd name="connsiteY2" fmla="*/ 396288 h 1709476"/>
                <a:gd name="connsiteX3" fmla="*/ 1115034 w 1792990"/>
                <a:gd name="connsiteY3" fmla="*/ 644939 h 1709476"/>
                <a:gd name="connsiteX4" fmla="*/ 897466 w 1792990"/>
                <a:gd name="connsiteY4" fmla="*/ 831427 h 1709476"/>
                <a:gd name="connsiteX5" fmla="*/ 1122804 w 1792990"/>
                <a:gd name="connsiteY5" fmla="*/ 1045112 h 1709476"/>
                <a:gd name="connsiteX6" fmla="*/ 1241301 w 1792990"/>
                <a:gd name="connsiteY6" fmla="*/ 749839 h 1709476"/>
                <a:gd name="connsiteX7" fmla="*/ 1703632 w 1792990"/>
                <a:gd name="connsiteY7" fmla="*/ 749839 h 1709476"/>
                <a:gd name="connsiteX8" fmla="*/ 1590963 w 1792990"/>
                <a:gd name="connsiteY8" fmla="*/ 1076193 h 1709476"/>
                <a:gd name="connsiteX9" fmla="*/ 1429730 w 1792990"/>
                <a:gd name="connsiteY9" fmla="*/ 1334557 h 1709476"/>
                <a:gd name="connsiteX10" fmla="*/ 1792990 w 1792990"/>
                <a:gd name="connsiteY10" fmla="*/ 1684223 h 1709476"/>
                <a:gd name="connsiteX11" fmla="*/ 1217990 w 1792990"/>
                <a:gd name="connsiteY11" fmla="*/ 1684223 h 1709476"/>
                <a:gd name="connsiteX12" fmla="*/ 1105321 w 1792990"/>
                <a:gd name="connsiteY12" fmla="*/ 1567668 h 1709476"/>
                <a:gd name="connsiteX13" fmla="*/ 980997 w 1792990"/>
                <a:gd name="connsiteY13" fmla="*/ 1639544 h 1709476"/>
                <a:gd name="connsiteX14" fmla="*/ 831419 w 1792990"/>
                <a:gd name="connsiteY14" fmla="*/ 1690051 h 1709476"/>
                <a:gd name="connsiteX15" fmla="*/ 604139 w 1792990"/>
                <a:gd name="connsiteY15" fmla="*/ 1709477 h 1709476"/>
                <a:gd name="connsiteX16" fmla="*/ 275845 w 1792990"/>
                <a:gd name="connsiteY16" fmla="*/ 1643429 h 1709476"/>
                <a:gd name="connsiteX17" fmla="*/ 69932 w 1792990"/>
                <a:gd name="connsiteY17" fmla="*/ 1466653 h 1709476"/>
                <a:gd name="connsiteX18" fmla="*/ 0 w 1792990"/>
                <a:gd name="connsiteY18" fmla="*/ 1223830 h 1709476"/>
                <a:gd name="connsiteX19" fmla="*/ 79645 w 1792990"/>
                <a:gd name="connsiteY19" fmla="*/ 959638 h 1709476"/>
                <a:gd name="connsiteX20" fmla="*/ 308868 w 1792990"/>
                <a:gd name="connsiteY20" fmla="*/ 767322 h 1709476"/>
                <a:gd name="connsiteX21" fmla="*/ 200084 w 1792990"/>
                <a:gd name="connsiteY21" fmla="*/ 596374 h 1709476"/>
                <a:gd name="connsiteX22" fmla="*/ 161233 w 1792990"/>
                <a:gd name="connsiteY22" fmla="*/ 396288 h 1709476"/>
                <a:gd name="connsiteX23" fmla="*/ 295270 w 1792990"/>
                <a:gd name="connsiteY23" fmla="*/ 112670 h 1709476"/>
                <a:gd name="connsiteX24" fmla="*/ 691554 w 1792990"/>
                <a:gd name="connsiteY24" fmla="*/ 0 h 1709476"/>
                <a:gd name="connsiteX25" fmla="*/ 555574 w 1792990"/>
                <a:gd name="connsiteY25" fmla="*/ 1012088 h 1709476"/>
                <a:gd name="connsiteX26" fmla="*/ 483699 w 1792990"/>
                <a:gd name="connsiteY26" fmla="*/ 1093677 h 1709476"/>
                <a:gd name="connsiteX27" fmla="*/ 462331 w 1792990"/>
                <a:gd name="connsiteY27" fmla="*/ 1190806 h 1709476"/>
                <a:gd name="connsiteX28" fmla="*/ 512838 w 1792990"/>
                <a:gd name="connsiteY28" fmla="*/ 1309304 h 1709476"/>
                <a:gd name="connsiteX29" fmla="*/ 648818 w 1792990"/>
                <a:gd name="connsiteY29" fmla="*/ 1353983 h 1709476"/>
                <a:gd name="connsiteX30" fmla="*/ 763429 w 1792990"/>
                <a:gd name="connsiteY30" fmla="*/ 1336500 h 1709476"/>
                <a:gd name="connsiteX31" fmla="*/ 837247 w 1792990"/>
                <a:gd name="connsiteY31" fmla="*/ 1297648 h 1709476"/>
                <a:gd name="connsiteX32" fmla="*/ 555574 w 1792990"/>
                <a:gd name="connsiteY32" fmla="*/ 1010145 h 1709476"/>
                <a:gd name="connsiteX33" fmla="*/ 683784 w 1792990"/>
                <a:gd name="connsiteY33" fmla="*/ 291388 h 1709476"/>
                <a:gd name="connsiteX34" fmla="*/ 600254 w 1792990"/>
                <a:gd name="connsiteY34" fmla="*/ 318584 h 1709476"/>
                <a:gd name="connsiteX35" fmla="*/ 563345 w 1792990"/>
                <a:gd name="connsiteY35" fmla="*/ 409886 h 1709476"/>
                <a:gd name="connsiteX36" fmla="*/ 594426 w 1792990"/>
                <a:gd name="connsiteY36" fmla="*/ 505073 h 1709476"/>
                <a:gd name="connsiteX37" fmla="*/ 664358 w 1792990"/>
                <a:gd name="connsiteY37" fmla="*/ 586661 h 1709476"/>
                <a:gd name="connsiteX38" fmla="*/ 763429 w 1792990"/>
                <a:gd name="connsiteY38" fmla="*/ 497302 h 1709476"/>
                <a:gd name="connsiteX39" fmla="*/ 796453 w 1792990"/>
                <a:gd name="connsiteY39" fmla="*/ 394345 h 1709476"/>
                <a:gd name="connsiteX40" fmla="*/ 763429 w 1792990"/>
                <a:gd name="connsiteY40" fmla="*/ 314699 h 1709476"/>
                <a:gd name="connsiteX41" fmla="*/ 681841 w 1792990"/>
                <a:gd name="connsiteY41" fmla="*/ 289446 h 1709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</a:cxnLst>
              <a:rect l="l" t="t" r="r" b="b"/>
              <a:pathLst>
                <a:path w="1792990" h="1709476">
                  <a:moveTo>
                    <a:pt x="691554" y="0"/>
                  </a:moveTo>
                  <a:cubicBezTo>
                    <a:pt x="848902" y="0"/>
                    <a:pt x="973227" y="34967"/>
                    <a:pt x="1062585" y="104900"/>
                  </a:cubicBezTo>
                  <a:cubicBezTo>
                    <a:pt x="1153885" y="174833"/>
                    <a:pt x="1198564" y="271962"/>
                    <a:pt x="1198564" y="396288"/>
                  </a:cubicBezTo>
                  <a:cubicBezTo>
                    <a:pt x="1198564" y="493417"/>
                    <a:pt x="1171368" y="575006"/>
                    <a:pt x="1115034" y="644939"/>
                  </a:cubicBezTo>
                  <a:cubicBezTo>
                    <a:pt x="1058700" y="714872"/>
                    <a:pt x="986824" y="777035"/>
                    <a:pt x="897466" y="831427"/>
                  </a:cubicBezTo>
                  <a:lnTo>
                    <a:pt x="1122804" y="1045112"/>
                  </a:lnTo>
                  <a:cubicBezTo>
                    <a:pt x="1179139" y="959638"/>
                    <a:pt x="1217990" y="860566"/>
                    <a:pt x="1241301" y="749839"/>
                  </a:cubicBezTo>
                  <a:lnTo>
                    <a:pt x="1703632" y="749839"/>
                  </a:lnTo>
                  <a:cubicBezTo>
                    <a:pt x="1678379" y="862509"/>
                    <a:pt x="1641470" y="971294"/>
                    <a:pt x="1590963" y="1076193"/>
                  </a:cubicBezTo>
                  <a:cubicBezTo>
                    <a:pt x="1540456" y="1181093"/>
                    <a:pt x="1488007" y="1266567"/>
                    <a:pt x="1429730" y="1334557"/>
                  </a:cubicBezTo>
                  <a:lnTo>
                    <a:pt x="1792990" y="1684223"/>
                  </a:lnTo>
                  <a:lnTo>
                    <a:pt x="1217990" y="1684223"/>
                  </a:lnTo>
                  <a:lnTo>
                    <a:pt x="1105321" y="1567668"/>
                  </a:lnTo>
                  <a:cubicBezTo>
                    <a:pt x="1062585" y="1594864"/>
                    <a:pt x="1021791" y="1618175"/>
                    <a:pt x="980997" y="1639544"/>
                  </a:cubicBezTo>
                  <a:cubicBezTo>
                    <a:pt x="940203" y="1660912"/>
                    <a:pt x="889696" y="1676453"/>
                    <a:pt x="831419" y="1690051"/>
                  </a:cubicBezTo>
                  <a:cubicBezTo>
                    <a:pt x="773142" y="1701706"/>
                    <a:pt x="697382" y="1709477"/>
                    <a:pt x="604139" y="1709477"/>
                  </a:cubicBezTo>
                  <a:cubicBezTo>
                    <a:pt x="475929" y="1709477"/>
                    <a:pt x="365203" y="1688108"/>
                    <a:pt x="275845" y="1643429"/>
                  </a:cubicBezTo>
                  <a:cubicBezTo>
                    <a:pt x="186487" y="1598749"/>
                    <a:pt x="116554" y="1540472"/>
                    <a:pt x="69932" y="1466653"/>
                  </a:cubicBezTo>
                  <a:cubicBezTo>
                    <a:pt x="23311" y="1392835"/>
                    <a:pt x="0" y="1311246"/>
                    <a:pt x="0" y="1223830"/>
                  </a:cubicBezTo>
                  <a:cubicBezTo>
                    <a:pt x="0" y="1124758"/>
                    <a:pt x="27196" y="1035399"/>
                    <a:pt x="79645" y="959638"/>
                  </a:cubicBezTo>
                  <a:cubicBezTo>
                    <a:pt x="134037" y="881935"/>
                    <a:pt x="209797" y="817829"/>
                    <a:pt x="308868" y="767322"/>
                  </a:cubicBezTo>
                  <a:cubicBezTo>
                    <a:pt x="262247" y="712930"/>
                    <a:pt x="225338" y="656595"/>
                    <a:pt x="200084" y="596374"/>
                  </a:cubicBezTo>
                  <a:cubicBezTo>
                    <a:pt x="172889" y="538097"/>
                    <a:pt x="161233" y="470106"/>
                    <a:pt x="161233" y="396288"/>
                  </a:cubicBezTo>
                  <a:cubicBezTo>
                    <a:pt x="161233" y="281675"/>
                    <a:pt x="205912" y="186488"/>
                    <a:pt x="295270" y="112670"/>
                  </a:cubicBezTo>
                  <a:cubicBezTo>
                    <a:pt x="386571" y="38852"/>
                    <a:pt x="518666" y="0"/>
                    <a:pt x="691554" y="0"/>
                  </a:cubicBezTo>
                  <a:close/>
                  <a:moveTo>
                    <a:pt x="555574" y="1012088"/>
                  </a:moveTo>
                  <a:cubicBezTo>
                    <a:pt x="522551" y="1037342"/>
                    <a:pt x="499240" y="1064538"/>
                    <a:pt x="483699" y="1093677"/>
                  </a:cubicBezTo>
                  <a:cubicBezTo>
                    <a:pt x="468159" y="1122816"/>
                    <a:pt x="462331" y="1155839"/>
                    <a:pt x="462331" y="1190806"/>
                  </a:cubicBezTo>
                  <a:cubicBezTo>
                    <a:pt x="462331" y="1239371"/>
                    <a:pt x="479814" y="1278222"/>
                    <a:pt x="512838" y="1309304"/>
                  </a:cubicBezTo>
                  <a:cubicBezTo>
                    <a:pt x="547804" y="1340385"/>
                    <a:pt x="592483" y="1353983"/>
                    <a:pt x="648818" y="1353983"/>
                  </a:cubicBezTo>
                  <a:cubicBezTo>
                    <a:pt x="691554" y="1353983"/>
                    <a:pt x="730406" y="1348156"/>
                    <a:pt x="763429" y="1336500"/>
                  </a:cubicBezTo>
                  <a:cubicBezTo>
                    <a:pt x="796453" y="1324845"/>
                    <a:pt x="821706" y="1311246"/>
                    <a:pt x="837247" y="1297648"/>
                  </a:cubicBezTo>
                  <a:lnTo>
                    <a:pt x="555574" y="1010145"/>
                  </a:lnTo>
                  <a:close/>
                  <a:moveTo>
                    <a:pt x="683784" y="291388"/>
                  </a:moveTo>
                  <a:cubicBezTo>
                    <a:pt x="652703" y="291388"/>
                    <a:pt x="625507" y="301101"/>
                    <a:pt x="600254" y="318584"/>
                  </a:cubicBezTo>
                  <a:cubicBezTo>
                    <a:pt x="576943" y="338010"/>
                    <a:pt x="563345" y="367149"/>
                    <a:pt x="563345" y="409886"/>
                  </a:cubicBezTo>
                  <a:cubicBezTo>
                    <a:pt x="563345" y="444852"/>
                    <a:pt x="573058" y="475934"/>
                    <a:pt x="594426" y="505073"/>
                  </a:cubicBezTo>
                  <a:cubicBezTo>
                    <a:pt x="613851" y="534212"/>
                    <a:pt x="637162" y="561408"/>
                    <a:pt x="664358" y="586661"/>
                  </a:cubicBezTo>
                  <a:cubicBezTo>
                    <a:pt x="707095" y="561408"/>
                    <a:pt x="740118" y="532269"/>
                    <a:pt x="763429" y="497302"/>
                  </a:cubicBezTo>
                  <a:cubicBezTo>
                    <a:pt x="786740" y="462336"/>
                    <a:pt x="796453" y="429312"/>
                    <a:pt x="796453" y="394345"/>
                  </a:cubicBezTo>
                  <a:cubicBezTo>
                    <a:pt x="796453" y="357436"/>
                    <a:pt x="784797" y="330240"/>
                    <a:pt x="763429" y="314699"/>
                  </a:cubicBezTo>
                  <a:cubicBezTo>
                    <a:pt x="742061" y="299158"/>
                    <a:pt x="714865" y="289446"/>
                    <a:pt x="681841" y="289446"/>
                  </a:cubicBezTo>
                  <a:close/>
                </a:path>
              </a:pathLst>
            </a:custGeom>
            <a:solidFill>
              <a:srgbClr val="237864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2" name="Freihandform: Form 11">
              <a:extLst>
                <a:ext uri="{FF2B5EF4-FFF2-40B4-BE49-F238E27FC236}">
                  <a16:creationId xmlns:a16="http://schemas.microsoft.com/office/drawing/2014/main" id="{CE9383F8-B7A2-788C-9040-0D377AAD8038}"/>
                </a:ext>
              </a:extLst>
            </p:cNvPr>
            <p:cNvSpPr/>
            <p:nvPr/>
          </p:nvSpPr>
          <p:spPr>
            <a:xfrm>
              <a:off x="5089423" y="2617490"/>
              <a:ext cx="1690033" cy="1670625"/>
            </a:xfrm>
            <a:custGeom>
              <a:avLst/>
              <a:gdLst>
                <a:gd name="connsiteX0" fmla="*/ 1198564 w 1690033"/>
                <a:gd name="connsiteY0" fmla="*/ 1670625 h 1670625"/>
                <a:gd name="connsiteX1" fmla="*/ 1116977 w 1690033"/>
                <a:gd name="connsiteY1" fmla="*/ 1357869 h 1670625"/>
                <a:gd name="connsiteX2" fmla="*/ 576943 w 1690033"/>
                <a:gd name="connsiteY2" fmla="*/ 1357869 h 1670625"/>
                <a:gd name="connsiteX3" fmla="*/ 493412 w 1690033"/>
                <a:gd name="connsiteY3" fmla="*/ 1670625 h 1670625"/>
                <a:gd name="connsiteX4" fmla="*/ 0 w 1690033"/>
                <a:gd name="connsiteY4" fmla="*/ 1670625 h 1670625"/>
                <a:gd name="connsiteX5" fmla="*/ 541976 w 1690033"/>
                <a:gd name="connsiteY5" fmla="*/ 0 h 1670625"/>
                <a:gd name="connsiteX6" fmla="*/ 1140287 w 1690033"/>
                <a:gd name="connsiteY6" fmla="*/ 0 h 1670625"/>
                <a:gd name="connsiteX7" fmla="*/ 1690034 w 1690033"/>
                <a:gd name="connsiteY7" fmla="*/ 1670625 h 1670625"/>
                <a:gd name="connsiteX8" fmla="*/ 1198564 w 1690033"/>
                <a:gd name="connsiteY8" fmla="*/ 1670625 h 1670625"/>
                <a:gd name="connsiteX9" fmla="*/ 951858 w 1690033"/>
                <a:gd name="connsiteY9" fmla="*/ 716815 h 1670625"/>
                <a:gd name="connsiteX10" fmla="*/ 918835 w 1690033"/>
                <a:gd name="connsiteY10" fmla="*/ 590547 h 1670625"/>
                <a:gd name="connsiteX11" fmla="*/ 876098 w 1690033"/>
                <a:gd name="connsiteY11" fmla="*/ 419599 h 1670625"/>
                <a:gd name="connsiteX12" fmla="*/ 843074 w 1690033"/>
                <a:gd name="connsiteY12" fmla="*/ 275847 h 1670625"/>
                <a:gd name="connsiteX13" fmla="*/ 813936 w 1690033"/>
                <a:gd name="connsiteY13" fmla="*/ 415714 h 1670625"/>
                <a:gd name="connsiteX14" fmla="*/ 775085 w 1690033"/>
                <a:gd name="connsiteY14" fmla="*/ 580834 h 1670625"/>
                <a:gd name="connsiteX15" fmla="*/ 742061 w 1690033"/>
                <a:gd name="connsiteY15" fmla="*/ 718757 h 1670625"/>
                <a:gd name="connsiteX16" fmla="*/ 670186 w 1690033"/>
                <a:gd name="connsiteY16" fmla="*/ 990720 h 1670625"/>
                <a:gd name="connsiteX17" fmla="*/ 1023733 w 1690033"/>
                <a:gd name="connsiteY17" fmla="*/ 990720 h 1670625"/>
                <a:gd name="connsiteX18" fmla="*/ 951858 w 1690033"/>
                <a:gd name="connsiteY18" fmla="*/ 718757 h 1670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690033" h="1670625">
                  <a:moveTo>
                    <a:pt x="1198564" y="1670625"/>
                  </a:moveTo>
                  <a:lnTo>
                    <a:pt x="1116977" y="1357869"/>
                  </a:lnTo>
                  <a:lnTo>
                    <a:pt x="576943" y="1357869"/>
                  </a:lnTo>
                  <a:lnTo>
                    <a:pt x="493412" y="1670625"/>
                  </a:lnTo>
                  <a:lnTo>
                    <a:pt x="0" y="1670625"/>
                  </a:lnTo>
                  <a:lnTo>
                    <a:pt x="541976" y="0"/>
                  </a:lnTo>
                  <a:lnTo>
                    <a:pt x="1140287" y="0"/>
                  </a:lnTo>
                  <a:lnTo>
                    <a:pt x="1690034" y="1670625"/>
                  </a:lnTo>
                  <a:lnTo>
                    <a:pt x="1198564" y="1670625"/>
                  </a:lnTo>
                  <a:close/>
                  <a:moveTo>
                    <a:pt x="951858" y="716815"/>
                  </a:moveTo>
                  <a:cubicBezTo>
                    <a:pt x="944088" y="687676"/>
                    <a:pt x="932432" y="644939"/>
                    <a:pt x="918835" y="590547"/>
                  </a:cubicBezTo>
                  <a:cubicBezTo>
                    <a:pt x="905237" y="536154"/>
                    <a:pt x="891638" y="477876"/>
                    <a:pt x="876098" y="419599"/>
                  </a:cubicBezTo>
                  <a:cubicBezTo>
                    <a:pt x="862500" y="361321"/>
                    <a:pt x="850845" y="312757"/>
                    <a:pt x="843074" y="275847"/>
                  </a:cubicBezTo>
                  <a:cubicBezTo>
                    <a:pt x="837247" y="312757"/>
                    <a:pt x="827534" y="359379"/>
                    <a:pt x="813936" y="415714"/>
                  </a:cubicBezTo>
                  <a:cubicBezTo>
                    <a:pt x="800338" y="472049"/>
                    <a:pt x="786740" y="526441"/>
                    <a:pt x="775085" y="580834"/>
                  </a:cubicBezTo>
                  <a:cubicBezTo>
                    <a:pt x="761486" y="635226"/>
                    <a:pt x="749831" y="681848"/>
                    <a:pt x="742061" y="718757"/>
                  </a:cubicBezTo>
                  <a:lnTo>
                    <a:pt x="670186" y="990720"/>
                  </a:lnTo>
                  <a:lnTo>
                    <a:pt x="1023733" y="990720"/>
                  </a:lnTo>
                  <a:lnTo>
                    <a:pt x="951858" y="718757"/>
                  </a:lnTo>
                  <a:close/>
                </a:path>
              </a:pathLst>
            </a:custGeom>
            <a:solidFill>
              <a:srgbClr val="237864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</p:grpSp>
      <p:sp>
        <p:nvSpPr>
          <p:cNvPr id="14" name="Datumsplatzhalter 13">
            <a:extLst>
              <a:ext uri="{FF2B5EF4-FFF2-40B4-BE49-F238E27FC236}">
                <a16:creationId xmlns:a16="http://schemas.microsoft.com/office/drawing/2014/main" id="{88101FCC-2EAF-0535-7C56-3A3D29FCBD91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de-DE"/>
              <a:t>Oct 2023</a:t>
            </a:r>
            <a:endParaRPr lang="en-US" dirty="0"/>
          </a:p>
        </p:txBody>
      </p:sp>
      <p:sp>
        <p:nvSpPr>
          <p:cNvPr id="16" name="Fußzeilenplatzhalter 15">
            <a:extLst>
              <a:ext uri="{FF2B5EF4-FFF2-40B4-BE49-F238E27FC236}">
                <a16:creationId xmlns:a16="http://schemas.microsoft.com/office/drawing/2014/main" id="{A0EBBD39-641B-EA05-ABE7-85FC89E58C9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CD 2.0 PPT Master Elements test</a:t>
            </a:r>
            <a:endParaRPr lang="en-US" dirty="0"/>
          </a:p>
        </p:txBody>
      </p:sp>
      <p:sp>
        <p:nvSpPr>
          <p:cNvPr id="18" name="Foliennummernplatzhalter 17">
            <a:extLst>
              <a:ext uri="{FF2B5EF4-FFF2-40B4-BE49-F238E27FC236}">
                <a16:creationId xmlns:a16="http://schemas.microsoft.com/office/drawing/2014/main" id="{DA53EDB4-8B67-32D2-ED84-F81B729F723A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42C4E3B7-B340-4E97-8B0E-D9BA7642178E}" type="slidenum">
              <a:rPr lang="en-US"/>
              <a:pPr/>
              <a:t>‹#›</a:t>
            </a:fld>
            <a:endParaRPr lang="en-US" dirty="0"/>
          </a:p>
        </p:txBody>
      </p:sp>
      <p:sp>
        <p:nvSpPr>
          <p:cNvPr id="5" name="Bildplatzhalter 4">
            <a:extLst>
              <a:ext uri="{FF2B5EF4-FFF2-40B4-BE49-F238E27FC236}">
                <a16:creationId xmlns:a16="http://schemas.microsoft.com/office/drawing/2014/main" id="{902374DF-7DA8-CF25-EFAC-2804D9309FE5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7751764" y="1628775"/>
            <a:ext cx="3961736" cy="4680545"/>
          </a:xfrm>
          <a:solidFill>
            <a:srgbClr val="E3E3E3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en-US" dirty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983825157"/>
      </p:ext>
    </p:extLst>
  </p:cSld>
  <p:clrMapOvr>
    <a:masterClrMapping/>
  </p:clrMapOvr>
  <p:hf sldNum="0" hdr="0" ftr="0" dt="0"/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Quote + Headline + Image left | Fore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>
            <a:extLst>
              <a:ext uri="{FF2B5EF4-FFF2-40B4-BE49-F238E27FC236}">
                <a16:creationId xmlns:a16="http://schemas.microsoft.com/office/drawing/2014/main" id="{9BD7ECCC-D546-E8CF-1AF5-AF61CA9C207E}"/>
              </a:ext>
            </a:extLst>
          </p:cNvPr>
          <p:cNvSpPr/>
          <p:nvPr userDrawn="1"/>
        </p:nvSpPr>
        <p:spPr bwMode="gray">
          <a:xfrm>
            <a:off x="0" y="1340578"/>
            <a:ext cx="12192000" cy="5517422"/>
          </a:xfrm>
          <a:prstGeom prst="rect">
            <a:avLst/>
          </a:prstGeom>
          <a:solidFill>
            <a:schemeClr val="lt2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n-US" sz="1400" b="0" i="0" u="none" baseline="0" dirty="0">
              <a:solidFill>
                <a:srgbClr val="000000"/>
              </a:solidFill>
              <a:latin typeface="Noto Sans" panose="020B0502040504020204" pitchFamily="34" charset="0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53F3D5A2-16D7-D2DB-C464-1CF731F1DA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6" name="Textplatzhalter 6">
            <a:extLst>
              <a:ext uri="{FF2B5EF4-FFF2-40B4-BE49-F238E27FC236}">
                <a16:creationId xmlns:a16="http://schemas.microsoft.com/office/drawing/2014/main" id="{FBCF9CDF-8FA3-A63B-FA90-CB1F2819100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79375" y="476024"/>
            <a:ext cx="8928625" cy="115416"/>
          </a:xfrm>
        </p:spPr>
        <p:txBody>
          <a:bodyPr/>
          <a:lstStyle>
            <a:lvl1pPr>
              <a:defRPr sz="800" cap="all" spc="300" baseline="0">
                <a:solidFill>
                  <a:srgbClr val="878787"/>
                </a:solidFill>
              </a:defRPr>
            </a:lvl1pPr>
          </a:lstStyle>
          <a:p>
            <a:r>
              <a:rPr lang="en-US" dirty="0"/>
              <a:t>Topline usually Topic</a:t>
            </a:r>
          </a:p>
        </p:txBody>
      </p:sp>
      <p:cxnSp>
        <p:nvCxnSpPr>
          <p:cNvPr id="11" name="Gerader Verbinder 10">
            <a:extLst>
              <a:ext uri="{FF2B5EF4-FFF2-40B4-BE49-F238E27FC236}">
                <a16:creationId xmlns:a16="http://schemas.microsoft.com/office/drawing/2014/main" id="{32457AD6-FC75-AC51-81F6-9F00027FEAFB}"/>
              </a:ext>
            </a:extLst>
          </p:cNvPr>
          <p:cNvCxnSpPr>
            <a:cxnSpLocks/>
          </p:cNvCxnSpPr>
          <p:nvPr userDrawn="1"/>
        </p:nvCxnSpPr>
        <p:spPr bwMode="gray">
          <a:xfrm>
            <a:off x="5016188" y="4549146"/>
            <a:ext cx="1080000" cy="0"/>
          </a:xfrm>
          <a:prstGeom prst="line">
            <a:avLst/>
          </a:prstGeom>
          <a:ln w="6350" cap="flat" cmpd="sng" algn="ctr">
            <a:solidFill>
              <a:srgbClr val="878787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platzhalter 12">
            <a:extLst>
              <a:ext uri="{FF2B5EF4-FFF2-40B4-BE49-F238E27FC236}">
                <a16:creationId xmlns:a16="http://schemas.microsoft.com/office/drawing/2014/main" id="{9DF927A2-8E33-9704-D203-297E80F8A9B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47133" y="4385558"/>
            <a:ext cx="4892590" cy="246221"/>
          </a:xfrm>
        </p:spPr>
        <p:txBody>
          <a:bodyPr/>
          <a:lstStyle>
            <a:lvl1pPr>
              <a:defRPr sz="1600">
                <a:solidFill>
                  <a:srgbClr val="646464"/>
                </a:solidFill>
              </a:defRPr>
            </a:lvl1pPr>
          </a:lstStyle>
          <a:p>
            <a:pPr lvl="0"/>
            <a:r>
              <a:rPr lang="de-DE" dirty="0"/>
              <a:t>Name – Additional Info </a:t>
            </a:r>
            <a:r>
              <a:rPr lang="de-DE" dirty="0" err="1"/>
              <a:t>about</a:t>
            </a:r>
            <a:r>
              <a:rPr lang="de-DE" dirty="0"/>
              <a:t> </a:t>
            </a:r>
            <a:r>
              <a:rPr lang="de-DE" dirty="0" err="1"/>
              <a:t>author</a:t>
            </a:r>
            <a:endParaRPr lang="de-DE" dirty="0"/>
          </a:p>
        </p:txBody>
      </p:sp>
      <p:sp>
        <p:nvSpPr>
          <p:cNvPr id="9" name="MIO_VALID_LAYOUT" hidden="1">
            <a:extLst>
              <a:ext uri="{FF2B5EF4-FFF2-40B4-BE49-F238E27FC236}">
                <a16:creationId xmlns:a16="http://schemas.microsoft.com/office/drawing/2014/main" id="{0C9CA2AF-414B-055B-0599-FE37308D022F}"/>
              </a:ext>
            </a:extLst>
          </p:cNvPr>
          <p:cNvSpPr/>
          <p:nvPr userDrawn="1"/>
        </p:nvSpPr>
        <p:spPr>
          <a:xfrm>
            <a:off x="11070145" y="120067"/>
            <a:ext cx="632377" cy="524631"/>
          </a:xfrm>
          <a:prstGeom prst="noSmoking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de-DE" sz="1600" dirty="0" err="1">
              <a:solidFill>
                <a:schemeClr val="tx1"/>
              </a:solidFill>
            </a:endParaRPr>
          </a:p>
        </p:txBody>
      </p:sp>
      <p:sp>
        <p:nvSpPr>
          <p:cNvPr id="14" name="Datumsplatzhalter 13">
            <a:extLst>
              <a:ext uri="{FF2B5EF4-FFF2-40B4-BE49-F238E27FC236}">
                <a16:creationId xmlns:a16="http://schemas.microsoft.com/office/drawing/2014/main" id="{5716B04A-486A-ACF7-96D2-4ECC2DF57D36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r>
              <a:rPr lang="de-DE"/>
              <a:t>Oct 2023</a:t>
            </a:r>
            <a:endParaRPr lang="en-US" dirty="0"/>
          </a:p>
        </p:txBody>
      </p:sp>
      <p:sp>
        <p:nvSpPr>
          <p:cNvPr id="15" name="Fußzeilenplatzhalter 14">
            <a:extLst>
              <a:ext uri="{FF2B5EF4-FFF2-40B4-BE49-F238E27FC236}">
                <a16:creationId xmlns:a16="http://schemas.microsoft.com/office/drawing/2014/main" id="{294FC524-9129-BC98-864B-97BAD499F8ED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US"/>
              <a:t>CD 2.0 PPT Master Elements test</a:t>
            </a:r>
            <a:endParaRPr lang="en-US" dirty="0"/>
          </a:p>
        </p:txBody>
      </p:sp>
      <p:sp>
        <p:nvSpPr>
          <p:cNvPr id="16" name="Foliennummernplatzhalter 15">
            <a:extLst>
              <a:ext uri="{FF2B5EF4-FFF2-40B4-BE49-F238E27FC236}">
                <a16:creationId xmlns:a16="http://schemas.microsoft.com/office/drawing/2014/main" id="{6A2AF880-3324-F8DE-2ACF-223D1589EEBE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42C4E3B7-B340-4E97-8B0E-D9BA7642178E}" type="slidenum">
              <a:rPr lang="en-US"/>
              <a:pPr/>
              <a:t>‹#›</a:t>
            </a:fld>
            <a:endParaRPr lang="en-US" dirty="0"/>
          </a:p>
        </p:txBody>
      </p:sp>
      <p:sp>
        <p:nvSpPr>
          <p:cNvPr id="3" name="Textplatzhalter 15">
            <a:extLst>
              <a:ext uri="{FF2B5EF4-FFF2-40B4-BE49-F238E27FC236}">
                <a16:creationId xmlns:a16="http://schemas.microsoft.com/office/drawing/2014/main" id="{961B8954-8E11-02E0-3FB7-8DF7AFE724E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016189" y="2228851"/>
            <a:ext cx="6105902" cy="1846659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4000" b="1" spc="-80" baseline="0">
                <a:solidFill>
                  <a:schemeClr val="dk2"/>
                </a:solidFill>
              </a:defRPr>
            </a:lvl1pPr>
          </a:lstStyle>
          <a:p>
            <a:pPr lvl="0"/>
            <a:r>
              <a:rPr lang="en-US" dirty="0"/>
              <a:t>“Quote. The text can be in any secondary color </a:t>
            </a:r>
            <a:br>
              <a:rPr lang="en-US" dirty="0"/>
            </a:br>
            <a:r>
              <a:rPr lang="en-US" dirty="0"/>
              <a:t>of 60-100% shading.”</a:t>
            </a:r>
          </a:p>
        </p:txBody>
      </p:sp>
      <p:sp>
        <p:nvSpPr>
          <p:cNvPr id="5" name="Bildplatzhalter 4">
            <a:extLst>
              <a:ext uri="{FF2B5EF4-FFF2-40B4-BE49-F238E27FC236}">
                <a16:creationId xmlns:a16="http://schemas.microsoft.com/office/drawing/2014/main" id="{F9E60BCF-3DCC-5BDD-B7B1-32417BFFFC26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479375" y="1628774"/>
            <a:ext cx="3960813" cy="4679951"/>
          </a:xfrm>
          <a:solidFill>
            <a:srgbClr val="E3E3E3"/>
          </a:solidFill>
        </p:spPr>
        <p:txBody>
          <a:bodyPr vert="horz" lIns="0" tIns="0" rIns="0" bIns="0" rtlCol="0" anchor="ctr">
            <a:noAutofit/>
          </a:bodyPr>
          <a:lstStyle>
            <a:lvl1pPr>
              <a:defRPr lang="de-DE"/>
            </a:lvl1pPr>
          </a:lstStyle>
          <a:p>
            <a:pPr lvl="0" algn="ctr"/>
            <a:r>
              <a:rPr lang="en-US" dirty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290551513"/>
      </p:ext>
    </p:extLst>
  </p:cSld>
  <p:clrMapOvr>
    <a:masterClrMapping/>
  </p:clrMapOvr>
  <p:hf sldNum="0" hdr="0" ftr="0" dt="0"/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Quote + Image left | Fore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>
            <a:extLst>
              <a:ext uri="{FF2B5EF4-FFF2-40B4-BE49-F238E27FC236}">
                <a16:creationId xmlns:a16="http://schemas.microsoft.com/office/drawing/2014/main" id="{9BD7ECCC-D546-E8CF-1AF5-AF61CA9C207E}"/>
              </a:ext>
            </a:extLst>
          </p:cNvPr>
          <p:cNvSpPr/>
          <p:nvPr userDrawn="1"/>
        </p:nvSpPr>
        <p:spPr bwMode="gray">
          <a:xfrm>
            <a:off x="0" y="0"/>
            <a:ext cx="12192000" cy="6858000"/>
          </a:xfrm>
          <a:prstGeom prst="rect">
            <a:avLst/>
          </a:prstGeom>
          <a:solidFill>
            <a:schemeClr val="lt2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n-US" sz="1400" b="0" i="0" u="none" baseline="0" dirty="0">
              <a:solidFill>
                <a:srgbClr val="000000"/>
              </a:solidFill>
              <a:latin typeface="Noto Sans" panose="020B0502040504020204" pitchFamily="34" charset="0"/>
            </a:endParaRPr>
          </a:p>
        </p:txBody>
      </p:sp>
      <p:sp>
        <p:nvSpPr>
          <p:cNvPr id="2" name="MIO_VALID_LAYOUT" hidden="1">
            <a:extLst>
              <a:ext uri="{FF2B5EF4-FFF2-40B4-BE49-F238E27FC236}">
                <a16:creationId xmlns:a16="http://schemas.microsoft.com/office/drawing/2014/main" id="{11846381-9C99-4D91-5788-5D8E112F5666}"/>
              </a:ext>
            </a:extLst>
          </p:cNvPr>
          <p:cNvSpPr/>
          <p:nvPr userDrawn="1"/>
        </p:nvSpPr>
        <p:spPr>
          <a:xfrm>
            <a:off x="11070145" y="120067"/>
            <a:ext cx="632377" cy="524631"/>
          </a:xfrm>
          <a:prstGeom prst="noSmoking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de-DE" sz="1600" dirty="0" err="1">
              <a:solidFill>
                <a:schemeClr val="tx1"/>
              </a:solidFill>
            </a:endParaRPr>
          </a:p>
        </p:txBody>
      </p:sp>
      <p:sp>
        <p:nvSpPr>
          <p:cNvPr id="13" name="Textplatzhalter 12">
            <a:extLst>
              <a:ext uri="{FF2B5EF4-FFF2-40B4-BE49-F238E27FC236}">
                <a16:creationId xmlns:a16="http://schemas.microsoft.com/office/drawing/2014/main" id="{9DF927A2-8E33-9704-D203-297E80F8A9B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722479" y="3930735"/>
            <a:ext cx="4892590" cy="246221"/>
          </a:xfrm>
        </p:spPr>
        <p:txBody>
          <a:bodyPr/>
          <a:lstStyle>
            <a:lvl1pPr>
              <a:defRPr sz="1600">
                <a:solidFill>
                  <a:srgbClr val="646464"/>
                </a:solidFill>
              </a:defRPr>
            </a:lvl1pPr>
          </a:lstStyle>
          <a:p>
            <a:pPr lvl="0"/>
            <a:r>
              <a:rPr lang="de-DE" dirty="0"/>
              <a:t>Name – Additional Info </a:t>
            </a:r>
            <a:r>
              <a:rPr lang="de-DE" dirty="0" err="1"/>
              <a:t>about</a:t>
            </a:r>
            <a:r>
              <a:rPr lang="de-DE" dirty="0"/>
              <a:t> </a:t>
            </a:r>
            <a:r>
              <a:rPr lang="de-DE" dirty="0" err="1"/>
              <a:t>author</a:t>
            </a:r>
            <a:endParaRPr lang="de-DE" dirty="0"/>
          </a:p>
        </p:txBody>
      </p:sp>
      <p:sp>
        <p:nvSpPr>
          <p:cNvPr id="11" name="Datumsplatzhalter 10">
            <a:extLst>
              <a:ext uri="{FF2B5EF4-FFF2-40B4-BE49-F238E27FC236}">
                <a16:creationId xmlns:a16="http://schemas.microsoft.com/office/drawing/2014/main" id="{F8C5BFCF-F3AF-EC2D-A319-B20401CAC9FC}"/>
              </a:ext>
            </a:extLst>
          </p:cNvPr>
          <p:cNvSpPr>
            <a:spLocks noGrp="1"/>
          </p:cNvSpPr>
          <p:nvPr>
            <p:ph type="dt" sz="half" idx="19"/>
          </p:nvPr>
        </p:nvSpPr>
        <p:spPr>
          <a:xfrm>
            <a:off x="479422" y="6984807"/>
            <a:ext cx="625478" cy="123111"/>
          </a:xfrm>
        </p:spPr>
        <p:txBody>
          <a:bodyPr/>
          <a:lstStyle/>
          <a:p>
            <a:r>
              <a:rPr lang="de-DE"/>
              <a:t>Oct 2023</a:t>
            </a:r>
            <a:endParaRPr lang="en-US" dirty="0"/>
          </a:p>
        </p:txBody>
      </p:sp>
      <p:sp>
        <p:nvSpPr>
          <p:cNvPr id="12" name="Fußzeilenplatzhalter 11">
            <a:extLst>
              <a:ext uri="{FF2B5EF4-FFF2-40B4-BE49-F238E27FC236}">
                <a16:creationId xmlns:a16="http://schemas.microsoft.com/office/drawing/2014/main" id="{B86DD396-7302-7C33-1A3D-A963531CDBAF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1199424" y="6984807"/>
            <a:ext cx="7056248" cy="123111"/>
          </a:xfrm>
        </p:spPr>
        <p:txBody>
          <a:bodyPr/>
          <a:lstStyle/>
          <a:p>
            <a:r>
              <a:rPr lang="en-US"/>
              <a:t>CD 2.0 PPT Master Elements test</a:t>
            </a:r>
            <a:endParaRPr lang="en-US" dirty="0"/>
          </a:p>
        </p:txBody>
      </p:sp>
      <p:sp>
        <p:nvSpPr>
          <p:cNvPr id="15" name="Foliennummernplatzhalter 14">
            <a:extLst>
              <a:ext uri="{FF2B5EF4-FFF2-40B4-BE49-F238E27FC236}">
                <a16:creationId xmlns:a16="http://schemas.microsoft.com/office/drawing/2014/main" id="{81837B68-C5F1-85F6-4BD7-7C826625C535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>
          <a:xfrm>
            <a:off x="11352583" y="6984807"/>
            <a:ext cx="360001" cy="123111"/>
          </a:xfrm>
        </p:spPr>
        <p:txBody>
          <a:bodyPr/>
          <a:lstStyle/>
          <a:p>
            <a:fld id="{42C4E3B7-B340-4E97-8B0E-D9BA7642178E}" type="slidenum">
              <a:rPr lang="en-US"/>
              <a:pPr/>
              <a:t>‹#›</a:t>
            </a:fld>
            <a:endParaRPr lang="en-US" dirty="0"/>
          </a:p>
        </p:txBody>
      </p:sp>
      <p:sp>
        <p:nvSpPr>
          <p:cNvPr id="4" name="Bildplatzhalter 3">
            <a:extLst>
              <a:ext uri="{FF2B5EF4-FFF2-40B4-BE49-F238E27FC236}">
                <a16:creationId xmlns:a16="http://schemas.microsoft.com/office/drawing/2014/main" id="{1DD7E193-FB35-8325-E1EF-9619B645222A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484505" y="1628774"/>
            <a:ext cx="3960813" cy="4679951"/>
          </a:xfrm>
          <a:solidFill>
            <a:srgbClr val="E3E3E3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9" name="Medienplatzhalter 13">
            <a:extLst>
              <a:ext uri="{FF2B5EF4-FFF2-40B4-BE49-F238E27FC236}">
                <a16:creationId xmlns:a16="http://schemas.microsoft.com/office/drawing/2014/main" id="{19DABFB6-EEC1-5F80-5DEF-769B99CDEBAE}"/>
              </a:ext>
            </a:extLst>
          </p:cNvPr>
          <p:cNvSpPr>
            <a:spLocks noGrp="1"/>
          </p:cNvSpPr>
          <p:nvPr>
            <p:ph type="media" sz="quarter" idx="18"/>
          </p:nvPr>
        </p:nvSpPr>
        <p:spPr>
          <a:xfrm>
            <a:off x="3878826" y="549275"/>
            <a:ext cx="2527828" cy="2022264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>
              <a:defRPr sz="100">
                <a:solidFill>
                  <a:srgbClr val="C9DAD4"/>
                </a:solidFill>
              </a:defRPr>
            </a:lvl1pPr>
          </a:lstStyle>
          <a:p>
            <a:r>
              <a:rPr lang="de-DE"/>
              <a:t>Mediaclip durch Klicken auf Symbol hinzufügen</a:t>
            </a:r>
            <a:endParaRPr lang="en-US" dirty="0"/>
          </a:p>
        </p:txBody>
      </p:sp>
      <p:sp>
        <p:nvSpPr>
          <p:cNvPr id="16" name="Textplatzhalter 15">
            <a:extLst>
              <a:ext uri="{FF2B5EF4-FFF2-40B4-BE49-F238E27FC236}">
                <a16:creationId xmlns:a16="http://schemas.microsoft.com/office/drawing/2014/main" id="{82A19CA3-3033-F8DF-254D-FD18838D5CFE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722479" y="1770130"/>
            <a:ext cx="5567554" cy="183032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4000" b="1" spc="-80" baseline="0">
                <a:solidFill>
                  <a:schemeClr val="dk2"/>
                </a:solidFill>
              </a:defRPr>
            </a:lvl1pPr>
          </a:lstStyle>
          <a:p>
            <a:pPr lvl="0"/>
            <a:r>
              <a:rPr lang="en-US" dirty="0"/>
              <a:t>Quote. The text can be in any secondary color </a:t>
            </a:r>
            <a:br>
              <a:rPr lang="en-US" dirty="0"/>
            </a:br>
            <a:r>
              <a:rPr lang="en-US" dirty="0"/>
              <a:t>of 60-100% shading.</a:t>
            </a:r>
          </a:p>
        </p:txBody>
      </p:sp>
      <p:sp>
        <p:nvSpPr>
          <p:cNvPr id="3" name="MIO_AGENDA_IGNORE_CHAPTER_REFERENCE" hidden="1">
            <a:extLst>
              <a:ext uri="{FF2B5EF4-FFF2-40B4-BE49-F238E27FC236}">
                <a16:creationId xmlns:a16="http://schemas.microsoft.com/office/drawing/2014/main" id="{D36F74B5-CED1-2B36-8EE0-1F9CF3A80753}"/>
              </a:ext>
            </a:extLst>
          </p:cNvPr>
          <p:cNvSpPr/>
          <p:nvPr userDrawn="1"/>
        </p:nvSpPr>
        <p:spPr>
          <a:xfrm>
            <a:off x="10722634" y="491706"/>
            <a:ext cx="776377" cy="664234"/>
          </a:xfrm>
          <a:prstGeom prst="rect">
            <a:avLst/>
          </a:prstGeom>
          <a:solidFill>
            <a:srgbClr val="EBEB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72000" rIns="54000" bIns="72000" rtlCol="0" anchor="ctr"/>
          <a:lstStyle/>
          <a:p>
            <a:pPr algn="ctr">
              <a:lnSpc>
                <a:spcPct val="120000"/>
              </a:lnSpc>
              <a:spcBef>
                <a:spcPts val="600"/>
              </a:spcBef>
            </a:pPr>
            <a:endParaRPr lang="de-DE" sz="1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82147480"/>
      </p:ext>
    </p:extLst>
  </p:cSld>
  <p:clrMapOvr>
    <a:masterClrMapping/>
  </p:clrMapOvr>
  <p:hf sldNum="0" hdr="0" ftr="0" dt="0"/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<Relationship Id="rId14" Type="http://schemas.openxmlformats.org/officeDocument/2006/relationships/slideLayout" Target="../slideLayouts/slideLayout25.xml"/><Relationship Id="rId15" Type="http://schemas.openxmlformats.org/officeDocument/2006/relationships/slideLayout" Target="../slideLayouts/slideLayout26.xml"/><Relationship Id="rId16" Type="http://schemas.openxmlformats.org/officeDocument/2006/relationships/slideLayout" Target="../slideLayouts/slideLayout27.xml"/><Relationship Id="rId17" Type="http://schemas.openxmlformats.org/officeDocument/2006/relationships/slideLayout" Target="../slideLayouts/slideLayout28.xml"/><Relationship Id="rId18" Type="http://schemas.openxmlformats.org/officeDocument/2006/relationships/slideLayout" Target="../slideLayouts/slideLayout29.xml"/><Relationship Id="rId19" Type="http://schemas.openxmlformats.org/officeDocument/2006/relationships/slideLayout" Target="../slideLayouts/slideLayout30.xml"/><Relationship Id="rId20" Type="http://schemas.openxmlformats.org/officeDocument/2006/relationships/slideLayout" Target="../slideLayouts/slideLayout31.xml"/><Relationship Id="rId21" Type="http://schemas.openxmlformats.org/officeDocument/2006/relationships/slideLayout" Target="../slideLayouts/slideLayout32.xml"/><Relationship Id="rId22" Type="http://schemas.openxmlformats.org/officeDocument/2006/relationships/slideLayout" Target="../slideLayouts/slideLayout33.xml"/><Relationship Id="rId23" Type="http://schemas.openxmlformats.org/officeDocument/2006/relationships/slideLayout" Target="../slideLayouts/slideLayout34.xml"/><Relationship Id="rId24" Type="http://schemas.openxmlformats.org/officeDocument/2006/relationships/slideLayout" Target="../slideLayouts/slideLayout35.xml"/><Relationship Id="rId25" Type="http://schemas.openxmlformats.org/officeDocument/2006/relationships/slideLayout" Target="../slideLayouts/slideLayout36.xml"/><Relationship Id="rId26" Type="http://schemas.openxmlformats.org/officeDocument/2006/relationships/slideLayout" Target="../slideLayouts/slideLayout37.xml"/><Relationship Id="rId27" Type="http://schemas.openxmlformats.org/officeDocument/2006/relationships/slideLayout" Target="../slideLayouts/slideLayout38.xml"/><Relationship Id="rId28" Type="http://schemas.openxmlformats.org/officeDocument/2006/relationships/slideLayout" Target="../slideLayouts/slideLayout39.xml"/><Relationship Id="rId29" Type="http://schemas.openxmlformats.org/officeDocument/2006/relationships/slideLayout" Target="../slideLayouts/slideLayout40.xml"/><Relationship Id="rId30" Type="http://schemas.openxmlformats.org/officeDocument/2006/relationships/slideLayout" Target="../slideLayouts/slideLayout41.xml"/><Relationship Id="rId31" Type="http://schemas.openxmlformats.org/officeDocument/2006/relationships/slideLayout" Target="../slideLayouts/slideLayout42.xml"/><Relationship Id="rId32" Type="http://schemas.openxmlformats.org/officeDocument/2006/relationships/slideLayout" Target="../slideLayouts/slideLayout43.xml"/><Relationship Id="rId33" Type="http://schemas.openxmlformats.org/officeDocument/2006/relationships/slideLayout" Target="../slideLayouts/slideLayout44.xml"/><Relationship Id="rId34" Type="http://schemas.openxmlformats.org/officeDocument/2006/relationships/slideLayout" Target="../slideLayouts/slideLayout45.xml"/><Relationship Id="rId35" Type="http://schemas.openxmlformats.org/officeDocument/2006/relationships/slideLayout" Target="../slideLayouts/slideLayout46.xml"/><Relationship Id="rId36" Type="http://schemas.openxmlformats.org/officeDocument/2006/relationships/slideLayout" Target="../slideLayouts/slideLayout47.xml"/><Relationship Id="rId37" Type="http://schemas.openxmlformats.org/officeDocument/2006/relationships/slideLayout" Target="../slideLayouts/slideLayout48.xml"/><Relationship Id="rId38" Type="http://schemas.openxmlformats.org/officeDocument/2006/relationships/slideLayout" Target="../slideLayouts/slideLayout49.xml"/><Relationship Id="rId39" Type="http://schemas.openxmlformats.org/officeDocument/2006/relationships/theme" Target="../theme/theme2.xml"/><Relationship Id="rId40" Type="http://schemas.openxmlformats.org/officeDocument/2006/relationships/tags" Target="../tags/tag1.xml"/><Relationship Id="rId41" Type="http://schemas.openxmlformats.org/officeDocument/2006/relationships/tags" Target="../tags/tag2.xml"/><Relationship Id="rId42" Type="http://schemas.openxmlformats.org/officeDocument/2006/relationships/tags" Target="../tags/tag3.xml"/><Relationship Id="rId43" Type="http://schemas.openxmlformats.org/officeDocument/2006/relationships/tags" Target="../tags/tag4.xml"/><Relationship Id="rId44" Type="http://schemas.openxmlformats.org/officeDocument/2006/relationships/tags" Target="../tags/tag5.xml"/><Relationship Id="rId45" Type="http://schemas.openxmlformats.org/officeDocument/2006/relationships/tags" Target="../tags/tag6.xml"/><Relationship Id="rId46" Type="http://schemas.openxmlformats.org/officeDocument/2006/relationships/tags" Target="../tags/tag7.xml"/><Relationship Id="rId47" Type="http://schemas.openxmlformats.org/officeDocument/2006/relationships/tags" Target="../tags/tag8.xml"/><Relationship Id="rId48" Type="http://schemas.openxmlformats.org/officeDocument/2006/relationships/tags" Target="../tags/tag9.xml"/><Relationship Id="rId49" Type="http://schemas.openxmlformats.org/officeDocument/2006/relationships/tags" Target="../tags/tag10.xml"/><Relationship Id="rId50" Type="http://schemas.openxmlformats.org/officeDocument/2006/relationships/tags" Target="../tags/tag11.xml"/><Relationship Id="rId51" Type="http://schemas.openxmlformats.org/officeDocument/2006/relationships/tags" Target="../tags/tag12.xml"/><Relationship Id="rId52" Type="http://schemas.openxmlformats.org/officeDocument/2006/relationships/tags" Target="../tags/tag13.xml"/><Relationship Id="rId53" Type="http://schemas.openxmlformats.org/officeDocument/2006/relationships/tags" Target="../tags/tag14.xml"/><Relationship Id="rId54" Type="http://schemas.openxmlformats.org/officeDocument/2006/relationships/tags" Target="../tags/tag15.xml"/><Relationship Id="rId55" Type="http://schemas.openxmlformats.org/officeDocument/2006/relationships/oleObject" Target="../embeddings/oleObject1.bin"/><Relationship Id="rId56" Type="http://schemas.openxmlformats.org/officeDocument/2006/relationships/image" Target="../media/image1.emf"/><Relationship Id="rId57" Type="http://schemas.openxmlformats.org/officeDocument/2006/relationships/image" Target="../media/image2.svg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slideLayout" Target="../slideLayouts/slideLayout51.xml"/><Relationship Id="rId3" Type="http://schemas.openxmlformats.org/officeDocument/2006/relationships/slideLayout" Target="../slideLayouts/slideLayout52.xml"/><Relationship Id="rId4" Type="http://schemas.openxmlformats.org/officeDocument/2006/relationships/slideLayout" Target="../slideLayouts/slideLayout53.xml"/><Relationship Id="rId5" Type="http://schemas.openxmlformats.org/officeDocument/2006/relationships/slideLayout" Target="../slideLayouts/slideLayout54.xml"/><Relationship Id="rId6" Type="http://schemas.openxmlformats.org/officeDocument/2006/relationships/slideLayout" Target="../slideLayouts/slideLayout55.xml"/><Relationship Id="rId7" Type="http://schemas.openxmlformats.org/officeDocument/2006/relationships/slideLayout" Target="../slideLayouts/slideLayout56.xml"/><Relationship Id="rId8" Type="http://schemas.openxmlformats.org/officeDocument/2006/relationships/slideLayout" Target="../slideLayouts/slideLayout57.xml"/><Relationship Id="rId9" Type="http://schemas.openxmlformats.org/officeDocument/2006/relationships/slideLayout" Target="../slideLayouts/slideLayout58.xml"/><Relationship Id="rId10" Type="http://schemas.openxmlformats.org/officeDocument/2006/relationships/slideLayout" Target="../slideLayouts/slideLayout59.xml"/><Relationship Id="rId11" Type="http://schemas.openxmlformats.org/officeDocument/2006/relationships/slideLayout" Target="../slideLayouts/slideLayout60.xml"/><Relationship Id="rId12" Type="http://schemas.openxmlformats.org/officeDocument/2006/relationships/slideLayout" Target="../slideLayouts/slideLayout61.xml"/><Relationship Id="rId13" Type="http://schemas.openxmlformats.org/officeDocument/2006/relationships/slideLayout" Target="../slideLayouts/slideLayout62.xml"/><Relationship Id="rId14" Type="http://schemas.openxmlformats.org/officeDocument/2006/relationships/slideLayout" Target="../slideLayouts/slideLayout63.xml"/><Relationship Id="rId15" Type="http://schemas.openxmlformats.org/officeDocument/2006/relationships/slideLayout" Target="../slideLayouts/slideLayout64.xml"/><Relationship Id="rId16" Type="http://schemas.openxmlformats.org/officeDocument/2006/relationships/slideLayout" Target="../slideLayouts/slideLayout65.xml"/><Relationship Id="rId17" Type="http://schemas.openxmlformats.org/officeDocument/2006/relationships/slideLayout" Target="../slideLayouts/slideLayout66.xml"/><Relationship Id="rId18" Type="http://schemas.openxmlformats.org/officeDocument/2006/relationships/slideLayout" Target="../slideLayouts/slideLayout67.xml"/><Relationship Id="rId19" Type="http://schemas.openxmlformats.org/officeDocument/2006/relationships/slideLayout" Target="../slideLayouts/slideLayout68.xml"/><Relationship Id="rId20" Type="http://schemas.openxmlformats.org/officeDocument/2006/relationships/slideLayout" Target="../slideLayouts/slideLayout69.xml"/><Relationship Id="rId21" Type="http://schemas.openxmlformats.org/officeDocument/2006/relationships/slideLayout" Target="../slideLayouts/slideLayout70.xml"/><Relationship Id="rId22" Type="http://schemas.openxmlformats.org/officeDocument/2006/relationships/slideLayout" Target="../slideLayouts/slideLayout71.xml"/><Relationship Id="rId23" Type="http://schemas.openxmlformats.org/officeDocument/2006/relationships/slideLayout" Target="../slideLayouts/slideLayout72.xml"/><Relationship Id="rId24" Type="http://schemas.openxmlformats.org/officeDocument/2006/relationships/slideLayout" Target="../slideLayouts/slideLayout73.xml"/><Relationship Id="rId25" Type="http://schemas.openxmlformats.org/officeDocument/2006/relationships/slideLayout" Target="../slideLayouts/slideLayout74.xml"/><Relationship Id="rId26" Type="http://schemas.openxmlformats.org/officeDocument/2006/relationships/slideLayout" Target="../slideLayouts/slideLayout75.xml"/><Relationship Id="rId27" Type="http://schemas.openxmlformats.org/officeDocument/2006/relationships/slideLayout" Target="../slideLayouts/slideLayout76.xml"/><Relationship Id="rId28" Type="http://schemas.openxmlformats.org/officeDocument/2006/relationships/slideLayout" Target="../slideLayouts/slideLayout77.xml"/><Relationship Id="rId29" Type="http://schemas.openxmlformats.org/officeDocument/2006/relationships/slideLayout" Target="../slideLayouts/slideLayout78.xml"/><Relationship Id="rId30" Type="http://schemas.openxmlformats.org/officeDocument/2006/relationships/slideLayout" Target="../slideLayouts/slideLayout79.xml"/><Relationship Id="rId31" Type="http://schemas.openxmlformats.org/officeDocument/2006/relationships/slideLayout" Target="../slideLayouts/slideLayout80.xml"/><Relationship Id="rId32" Type="http://schemas.openxmlformats.org/officeDocument/2006/relationships/slideLayout" Target="../slideLayouts/slideLayout81.xml"/><Relationship Id="rId33" Type="http://schemas.openxmlformats.org/officeDocument/2006/relationships/slideLayout" Target="../slideLayouts/slideLayout82.xml"/><Relationship Id="rId34" Type="http://schemas.openxmlformats.org/officeDocument/2006/relationships/slideLayout" Target="../slideLayouts/slideLayout83.xml"/><Relationship Id="rId35" Type="http://schemas.openxmlformats.org/officeDocument/2006/relationships/slideLayout" Target="../slideLayouts/slideLayout84.xml"/><Relationship Id="rId36" Type="http://schemas.openxmlformats.org/officeDocument/2006/relationships/slideLayout" Target="../slideLayouts/slideLayout85.xml"/><Relationship Id="rId37" Type="http://schemas.openxmlformats.org/officeDocument/2006/relationships/slideLayout" Target="../slideLayouts/slideLayout86.xml"/><Relationship Id="rId38" Type="http://schemas.openxmlformats.org/officeDocument/2006/relationships/slideLayout" Target="../slideLayouts/slideLayout87.xml"/><Relationship Id="rId39" Type="http://schemas.openxmlformats.org/officeDocument/2006/relationships/slideLayout" Target="../slideLayouts/slideLayout88.xml"/><Relationship Id="rId40" Type="http://schemas.openxmlformats.org/officeDocument/2006/relationships/theme" Target="../theme/theme3.xml"/><Relationship Id="rId41" Type="http://schemas.openxmlformats.org/officeDocument/2006/relationships/tags" Target="../tags/tag49.xml"/><Relationship Id="rId42" Type="http://schemas.openxmlformats.org/officeDocument/2006/relationships/tags" Target="../tags/tag50.xml"/><Relationship Id="rId43" Type="http://schemas.openxmlformats.org/officeDocument/2006/relationships/tags" Target="../tags/tag51.xml"/><Relationship Id="rId44" Type="http://schemas.openxmlformats.org/officeDocument/2006/relationships/tags" Target="../tags/tag52.xml"/><Relationship Id="rId45" Type="http://schemas.openxmlformats.org/officeDocument/2006/relationships/tags" Target="../tags/tag53.xml"/><Relationship Id="rId46" Type="http://schemas.openxmlformats.org/officeDocument/2006/relationships/tags" Target="../tags/tag54.xml"/><Relationship Id="rId47" Type="http://schemas.openxmlformats.org/officeDocument/2006/relationships/tags" Target="../tags/tag55.xml"/><Relationship Id="rId48" Type="http://schemas.openxmlformats.org/officeDocument/2006/relationships/tags" Target="../tags/tag56.xml"/><Relationship Id="rId49" Type="http://schemas.openxmlformats.org/officeDocument/2006/relationships/tags" Target="../tags/tag57.xml"/><Relationship Id="rId50" Type="http://schemas.openxmlformats.org/officeDocument/2006/relationships/tags" Target="../tags/tag58.xml"/><Relationship Id="rId51" Type="http://schemas.openxmlformats.org/officeDocument/2006/relationships/tags" Target="../tags/tag59.xml"/><Relationship Id="rId52" Type="http://schemas.openxmlformats.org/officeDocument/2006/relationships/tags" Target="../tags/tag60.xml"/><Relationship Id="rId53" Type="http://schemas.openxmlformats.org/officeDocument/2006/relationships/tags" Target="../tags/tag61.xml"/><Relationship Id="rId54" Type="http://schemas.openxmlformats.org/officeDocument/2006/relationships/tags" Target="../tags/tag62.xml"/><Relationship Id="rId55" Type="http://schemas.openxmlformats.org/officeDocument/2006/relationships/image" Target="../media/image17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E899BCC-EF0C-AD2B-E0D8-FAE50037E5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7A5DA5-BDBB-8CE9-DBB7-F87AB806C7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37FF3B-373F-1926-6BB7-7DB0107E54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B2510A3-D5A2-4B4D-A481-4F35669DAB9A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279DD8-5E1F-AB45-D2B0-FD9227651B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CA9CED-180B-32A3-81CD-A094FF5AD1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C29352C-AC5E-4928-B5DA-354FE91DCB8B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9801249-D5A7-EDF1-4ECD-48DDDD21BFC3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871337" y="6672580"/>
            <a:ext cx="469900" cy="12192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8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28299625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9" name="think-cell data - do not delete" hidden="1">
            <a:extLst>
              <a:ext uri="{FF2B5EF4-FFF2-40B4-BE49-F238E27FC236}">
                <a16:creationId xmlns:a16="http://schemas.microsoft.com/office/drawing/2014/main" id="{708C0C19-5BC3-07DD-0C89-1F81361D90B4}"/>
              </a:ext>
            </a:extLst>
          </p:cNvPr>
          <p:cNvGraphicFramePr>
            <a:graphicFrameLocks/>
          </p:cNvGraphicFramePr>
          <p:nvPr userDrawn="1">
            <p:custDataLst>
              <p:tags r:id="rId40"/>
            </p:custDataLst>
            <p:extLst>
              <p:ext uri="{D42A27DB-BD31-4B8C-83A1-F6EECF244321}">
                <p14:modId xmlns:p14="http://schemas.microsoft.com/office/powerpoint/2010/main" val="30621178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5" imgW="282" imgH="282" progId="TCLayout.ActiveDocument.1">
                  <p:embed/>
                </p:oleObj>
              </mc:Choice>
              <mc:Fallback>
                <p:oleObj name="think-cell Slide" r:id="rId55" imgW="282" imgH="282" progId="TCLayout.ActiveDocument.1">
                  <p:embed/>
                  <p:pic>
                    <p:nvPicPr>
                      <p:cNvPr id="9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08C0C19-5BC3-07DD-0C89-1F81361D90B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">
            <a:extLst>
              <a:ext uri="{FF2B5EF4-FFF2-40B4-BE49-F238E27FC236}">
                <a16:creationId xmlns:a16="http://schemas.microsoft.com/office/drawing/2014/main" id="{B4AE0247-C7CF-1DCE-F08B-E24A4A92B2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375" y="720000"/>
            <a:ext cx="8928625" cy="246221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 altLang="zh-SG" err="1"/>
              <a:t>Mastertitelformat</a:t>
            </a:r>
            <a:r>
              <a:rPr lang="en-US" altLang="zh-SG"/>
              <a:t> </a:t>
            </a:r>
            <a:r>
              <a:rPr lang="en-US" altLang="zh-SG" err="1"/>
              <a:t>bearbeiten</a:t>
            </a:r>
            <a:endParaRPr lang="en-US" altLang="zh-SG"/>
          </a:p>
        </p:txBody>
      </p:sp>
      <p:sp>
        <p:nvSpPr>
          <p:cNvPr id="3" name="Content">
            <a:extLst>
              <a:ext uri="{FF2B5EF4-FFF2-40B4-BE49-F238E27FC236}">
                <a16:creationId xmlns:a16="http://schemas.microsoft.com/office/drawing/2014/main" id="{F63E6158-CFC5-8C45-CBE1-542BF5B989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9375" y="1340580"/>
            <a:ext cx="11233150" cy="482480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altLang="zh-SG" err="1"/>
              <a:t>Mastertextformat</a:t>
            </a:r>
            <a:r>
              <a:rPr lang="en-US" altLang="zh-SG"/>
              <a:t> </a:t>
            </a:r>
            <a:r>
              <a:rPr lang="en-US" altLang="zh-SG" err="1"/>
              <a:t>bearbeiten</a:t>
            </a:r>
            <a:endParaRPr lang="en-US" altLang="zh-SG"/>
          </a:p>
          <a:p>
            <a:pPr lvl="1"/>
            <a:r>
              <a:rPr lang="en-US" altLang="zh-SG" err="1"/>
              <a:t>Zweite</a:t>
            </a:r>
            <a:r>
              <a:rPr lang="en-US" altLang="zh-SG"/>
              <a:t> Ebene</a:t>
            </a:r>
          </a:p>
          <a:p>
            <a:pPr lvl="2"/>
            <a:r>
              <a:rPr lang="en-US" altLang="zh-SG" err="1"/>
              <a:t>Dritte</a:t>
            </a:r>
            <a:r>
              <a:rPr lang="en-US" altLang="zh-SG"/>
              <a:t> Ebene</a:t>
            </a:r>
          </a:p>
          <a:p>
            <a:pPr lvl="3"/>
            <a:r>
              <a:rPr lang="en-US" altLang="zh-SG" err="1"/>
              <a:t>Vierte</a:t>
            </a:r>
            <a:r>
              <a:rPr lang="en-US" altLang="zh-SG"/>
              <a:t> Ebene</a:t>
            </a:r>
          </a:p>
          <a:p>
            <a:pPr lvl="4"/>
            <a:r>
              <a:rPr lang="en-US" altLang="zh-SG" err="1"/>
              <a:t>Fünfte</a:t>
            </a:r>
            <a:r>
              <a:rPr lang="en-US" altLang="zh-SG"/>
              <a:t> Ebene</a:t>
            </a:r>
          </a:p>
          <a:p>
            <a:pPr lvl="5"/>
            <a:r>
              <a:rPr lang="en-US" altLang="zh-SG" err="1"/>
              <a:t>Sechste</a:t>
            </a:r>
            <a:r>
              <a:rPr lang="en-US" altLang="zh-SG"/>
              <a:t> Ebene</a:t>
            </a:r>
          </a:p>
          <a:p>
            <a:pPr lvl="5"/>
            <a:r>
              <a:rPr lang="en-US" altLang="zh-SG" err="1"/>
              <a:t>Siebte</a:t>
            </a:r>
            <a:r>
              <a:rPr lang="en-US" altLang="zh-SG"/>
              <a:t> Ebene</a:t>
            </a:r>
          </a:p>
          <a:p>
            <a:pPr lvl="6"/>
            <a:r>
              <a:rPr lang="en-US" altLang="zh-SG" err="1"/>
              <a:t>Achte</a:t>
            </a:r>
            <a:r>
              <a:rPr lang="en-US" altLang="zh-SG"/>
              <a:t> Ebene</a:t>
            </a:r>
          </a:p>
          <a:p>
            <a:pPr lvl="7"/>
            <a:r>
              <a:rPr lang="en-US" altLang="zh-SG" err="1"/>
              <a:t>Neunte</a:t>
            </a:r>
            <a:r>
              <a:rPr lang="en-US" altLang="zh-SG"/>
              <a:t>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E4003BE-6DC3-F50E-8C1A-EBCFCFF329F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79422" y="6527607"/>
            <a:ext cx="1024616" cy="12311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US" altLang="zh-SG"/>
              <a:t>Mars 2026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11FFEBC-917A-B186-8FB4-C0C5AA2B3F9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77743" y="6527607"/>
            <a:ext cx="5642208" cy="12311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US" altLang="zh-SG"/>
              <a:t>CONFIDENTIAL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E5812E0-949B-A2D4-3D5D-95F4138023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68100" y="6527607"/>
            <a:ext cx="244484" cy="12311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F4610F28-5C11-4E52-A7B2-F9D693A74473}" type="slidenum">
              <a:rPr lang="en-US" altLang="zh-SG" smtClean="0"/>
              <a:t>‹#›</a:t>
            </a:fld>
            <a:endParaRPr lang="en-US" altLang="zh-SG"/>
          </a:p>
        </p:txBody>
      </p:sp>
      <p:cxnSp>
        <p:nvCxnSpPr>
          <p:cNvPr id="7" name="Straight Connector 4">
            <a:extLst>
              <a:ext uri="{FF2B5EF4-FFF2-40B4-BE49-F238E27FC236}">
                <a16:creationId xmlns:a16="http://schemas.microsoft.com/office/drawing/2014/main" id="{DE171B75-AA2A-1DE1-5063-7F629FAEC120}"/>
              </a:ext>
            </a:extLst>
          </p:cNvPr>
          <p:cNvCxnSpPr/>
          <p:nvPr/>
        </p:nvCxnSpPr>
        <p:spPr bwMode="gray">
          <a:xfrm>
            <a:off x="6168008" y="-189392"/>
            <a:ext cx="0" cy="9000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23">
            <a:extLst>
              <a:ext uri="{FF2B5EF4-FFF2-40B4-BE49-F238E27FC236}">
                <a16:creationId xmlns:a16="http://schemas.microsoft.com/office/drawing/2014/main" id="{599C3DDC-12C2-D485-0779-6C2AA6C59B53}"/>
              </a:ext>
            </a:extLst>
          </p:cNvPr>
          <p:cNvCxnSpPr/>
          <p:nvPr/>
        </p:nvCxnSpPr>
        <p:spPr bwMode="gray">
          <a:xfrm>
            <a:off x="6023992" y="-189392"/>
            <a:ext cx="0" cy="9000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24">
            <a:extLst>
              <a:ext uri="{FF2B5EF4-FFF2-40B4-BE49-F238E27FC236}">
                <a16:creationId xmlns:a16="http://schemas.microsoft.com/office/drawing/2014/main" id="{49D31C59-0CE0-CD0D-46D5-30A339DFF80D}"/>
              </a:ext>
            </a:extLst>
          </p:cNvPr>
          <p:cNvCxnSpPr/>
          <p:nvPr/>
        </p:nvCxnSpPr>
        <p:spPr bwMode="gray">
          <a:xfrm>
            <a:off x="4727848" y="-189392"/>
            <a:ext cx="0" cy="9000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26">
            <a:extLst>
              <a:ext uri="{FF2B5EF4-FFF2-40B4-BE49-F238E27FC236}">
                <a16:creationId xmlns:a16="http://schemas.microsoft.com/office/drawing/2014/main" id="{382DF3F6-648A-5219-3286-1A9B31D9025E}"/>
              </a:ext>
            </a:extLst>
          </p:cNvPr>
          <p:cNvCxnSpPr/>
          <p:nvPr/>
        </p:nvCxnSpPr>
        <p:spPr bwMode="gray">
          <a:xfrm>
            <a:off x="4583832" y="-189392"/>
            <a:ext cx="0" cy="9000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28">
            <a:extLst>
              <a:ext uri="{FF2B5EF4-FFF2-40B4-BE49-F238E27FC236}">
                <a16:creationId xmlns:a16="http://schemas.microsoft.com/office/drawing/2014/main" id="{FE60D2AD-9196-8EA6-7138-6D25B70C2074}"/>
              </a:ext>
            </a:extLst>
          </p:cNvPr>
          <p:cNvCxnSpPr/>
          <p:nvPr/>
        </p:nvCxnSpPr>
        <p:spPr bwMode="gray">
          <a:xfrm>
            <a:off x="7464152" y="-189392"/>
            <a:ext cx="0" cy="9000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29">
            <a:extLst>
              <a:ext uri="{FF2B5EF4-FFF2-40B4-BE49-F238E27FC236}">
                <a16:creationId xmlns:a16="http://schemas.microsoft.com/office/drawing/2014/main" id="{453EA128-1C2A-A4FB-5277-0BA073E26846}"/>
              </a:ext>
            </a:extLst>
          </p:cNvPr>
          <p:cNvCxnSpPr/>
          <p:nvPr/>
        </p:nvCxnSpPr>
        <p:spPr bwMode="gray">
          <a:xfrm>
            <a:off x="7608168" y="-189392"/>
            <a:ext cx="0" cy="9000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35">
            <a:extLst>
              <a:ext uri="{FF2B5EF4-FFF2-40B4-BE49-F238E27FC236}">
                <a16:creationId xmlns:a16="http://schemas.microsoft.com/office/drawing/2014/main" id="{15F2A9CA-E629-47BC-93F1-95F2D581DEB0}"/>
              </a:ext>
            </a:extLst>
          </p:cNvPr>
          <p:cNvCxnSpPr/>
          <p:nvPr/>
        </p:nvCxnSpPr>
        <p:spPr bwMode="gray">
          <a:xfrm>
            <a:off x="3287688" y="-189392"/>
            <a:ext cx="0" cy="9000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36">
            <a:extLst>
              <a:ext uri="{FF2B5EF4-FFF2-40B4-BE49-F238E27FC236}">
                <a16:creationId xmlns:a16="http://schemas.microsoft.com/office/drawing/2014/main" id="{47A675DF-6481-2754-9960-E602F8DF045A}"/>
              </a:ext>
            </a:extLst>
          </p:cNvPr>
          <p:cNvCxnSpPr/>
          <p:nvPr/>
        </p:nvCxnSpPr>
        <p:spPr bwMode="gray">
          <a:xfrm>
            <a:off x="3143672" y="-189392"/>
            <a:ext cx="0" cy="9000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37">
            <a:extLst>
              <a:ext uri="{FF2B5EF4-FFF2-40B4-BE49-F238E27FC236}">
                <a16:creationId xmlns:a16="http://schemas.microsoft.com/office/drawing/2014/main" id="{26F9AF0D-FC9C-EDA9-165D-E982738ED0BC}"/>
              </a:ext>
            </a:extLst>
          </p:cNvPr>
          <p:cNvCxnSpPr/>
          <p:nvPr/>
        </p:nvCxnSpPr>
        <p:spPr bwMode="gray">
          <a:xfrm>
            <a:off x="1847528" y="-189392"/>
            <a:ext cx="0" cy="9000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38">
            <a:extLst>
              <a:ext uri="{FF2B5EF4-FFF2-40B4-BE49-F238E27FC236}">
                <a16:creationId xmlns:a16="http://schemas.microsoft.com/office/drawing/2014/main" id="{865D49E9-1627-96D9-39EB-4D29B8085F05}"/>
              </a:ext>
            </a:extLst>
          </p:cNvPr>
          <p:cNvCxnSpPr/>
          <p:nvPr/>
        </p:nvCxnSpPr>
        <p:spPr bwMode="gray">
          <a:xfrm>
            <a:off x="1703512" y="-189392"/>
            <a:ext cx="0" cy="9000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39">
            <a:extLst>
              <a:ext uri="{FF2B5EF4-FFF2-40B4-BE49-F238E27FC236}">
                <a16:creationId xmlns:a16="http://schemas.microsoft.com/office/drawing/2014/main" id="{DD19C659-2CCA-167E-4839-E983BDF66032}"/>
              </a:ext>
            </a:extLst>
          </p:cNvPr>
          <p:cNvCxnSpPr/>
          <p:nvPr/>
        </p:nvCxnSpPr>
        <p:spPr bwMode="gray">
          <a:xfrm>
            <a:off x="335360" y="-189392"/>
            <a:ext cx="0" cy="9000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40">
            <a:extLst>
              <a:ext uri="{FF2B5EF4-FFF2-40B4-BE49-F238E27FC236}">
                <a16:creationId xmlns:a16="http://schemas.microsoft.com/office/drawing/2014/main" id="{AC3427F3-C0B3-E03F-0BEA-CB6881C206D6}"/>
              </a:ext>
            </a:extLst>
          </p:cNvPr>
          <p:cNvCxnSpPr/>
          <p:nvPr/>
        </p:nvCxnSpPr>
        <p:spPr bwMode="gray">
          <a:xfrm>
            <a:off x="8904312" y="-189392"/>
            <a:ext cx="0" cy="9000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41">
            <a:extLst>
              <a:ext uri="{FF2B5EF4-FFF2-40B4-BE49-F238E27FC236}">
                <a16:creationId xmlns:a16="http://schemas.microsoft.com/office/drawing/2014/main" id="{5F336E89-1DC8-AC90-8A12-FC854125D3DF}"/>
              </a:ext>
            </a:extLst>
          </p:cNvPr>
          <p:cNvCxnSpPr/>
          <p:nvPr/>
        </p:nvCxnSpPr>
        <p:spPr bwMode="gray">
          <a:xfrm>
            <a:off x="9048328" y="-189392"/>
            <a:ext cx="0" cy="9000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42">
            <a:extLst>
              <a:ext uri="{FF2B5EF4-FFF2-40B4-BE49-F238E27FC236}">
                <a16:creationId xmlns:a16="http://schemas.microsoft.com/office/drawing/2014/main" id="{55C33C20-A074-D374-4C65-D4623B81230F}"/>
              </a:ext>
            </a:extLst>
          </p:cNvPr>
          <p:cNvCxnSpPr/>
          <p:nvPr/>
        </p:nvCxnSpPr>
        <p:spPr bwMode="gray">
          <a:xfrm>
            <a:off x="10344472" y="-189392"/>
            <a:ext cx="0" cy="9000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43">
            <a:extLst>
              <a:ext uri="{FF2B5EF4-FFF2-40B4-BE49-F238E27FC236}">
                <a16:creationId xmlns:a16="http://schemas.microsoft.com/office/drawing/2014/main" id="{F242C792-3892-FFA4-6CDD-4D3118B03044}"/>
              </a:ext>
            </a:extLst>
          </p:cNvPr>
          <p:cNvCxnSpPr/>
          <p:nvPr/>
        </p:nvCxnSpPr>
        <p:spPr bwMode="gray">
          <a:xfrm>
            <a:off x="10488488" y="-189392"/>
            <a:ext cx="0" cy="9000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44">
            <a:extLst>
              <a:ext uri="{FF2B5EF4-FFF2-40B4-BE49-F238E27FC236}">
                <a16:creationId xmlns:a16="http://schemas.microsoft.com/office/drawing/2014/main" id="{4C583551-ECC6-0561-061E-AD35E3D1FD10}"/>
              </a:ext>
            </a:extLst>
          </p:cNvPr>
          <p:cNvCxnSpPr/>
          <p:nvPr/>
        </p:nvCxnSpPr>
        <p:spPr bwMode="gray">
          <a:xfrm>
            <a:off x="11856640" y="-189392"/>
            <a:ext cx="0" cy="9000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9">
            <a:extLst>
              <a:ext uri="{FF2B5EF4-FFF2-40B4-BE49-F238E27FC236}">
                <a16:creationId xmlns:a16="http://schemas.microsoft.com/office/drawing/2014/main" id="{CF49800E-BCAE-FB1E-ED95-E5260B05D8D8}"/>
              </a:ext>
            </a:extLst>
          </p:cNvPr>
          <p:cNvCxnSpPr/>
          <p:nvPr/>
        </p:nvCxnSpPr>
        <p:spPr bwMode="gray">
          <a:xfrm>
            <a:off x="-240704" y="1340768"/>
            <a:ext cx="90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46">
            <a:extLst>
              <a:ext uri="{FF2B5EF4-FFF2-40B4-BE49-F238E27FC236}">
                <a16:creationId xmlns:a16="http://schemas.microsoft.com/office/drawing/2014/main" id="{B628D4CD-AD53-143F-5E1F-471804AF93EB}"/>
              </a:ext>
            </a:extLst>
          </p:cNvPr>
          <p:cNvCxnSpPr/>
          <p:nvPr/>
        </p:nvCxnSpPr>
        <p:spPr bwMode="gray">
          <a:xfrm>
            <a:off x="-240704" y="6309320"/>
            <a:ext cx="90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47">
            <a:extLst>
              <a:ext uri="{FF2B5EF4-FFF2-40B4-BE49-F238E27FC236}">
                <a16:creationId xmlns:a16="http://schemas.microsoft.com/office/drawing/2014/main" id="{5EDA6EEF-73CF-FE09-192B-F0717C466724}"/>
              </a:ext>
            </a:extLst>
          </p:cNvPr>
          <p:cNvCxnSpPr/>
          <p:nvPr/>
        </p:nvCxnSpPr>
        <p:spPr bwMode="gray">
          <a:xfrm>
            <a:off x="-240704" y="1628800"/>
            <a:ext cx="90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32">
            <a:extLst>
              <a:ext uri="{FF2B5EF4-FFF2-40B4-BE49-F238E27FC236}">
                <a16:creationId xmlns:a16="http://schemas.microsoft.com/office/drawing/2014/main" id="{F0C7867B-6061-845E-7919-B239A10F7E4C}"/>
              </a:ext>
            </a:extLst>
          </p:cNvPr>
          <p:cNvCxnSpPr/>
          <p:nvPr/>
        </p:nvCxnSpPr>
        <p:spPr bwMode="gray">
          <a:xfrm>
            <a:off x="6312024" y="-189392"/>
            <a:ext cx="0" cy="90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33">
            <a:extLst>
              <a:ext uri="{FF2B5EF4-FFF2-40B4-BE49-F238E27FC236}">
                <a16:creationId xmlns:a16="http://schemas.microsoft.com/office/drawing/2014/main" id="{994CF3DB-DC86-C820-E5C0-A4885BB0BD2A}"/>
              </a:ext>
            </a:extLst>
          </p:cNvPr>
          <p:cNvCxnSpPr/>
          <p:nvPr/>
        </p:nvCxnSpPr>
        <p:spPr bwMode="gray">
          <a:xfrm>
            <a:off x="4871864" y="-189392"/>
            <a:ext cx="0" cy="90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34">
            <a:extLst>
              <a:ext uri="{FF2B5EF4-FFF2-40B4-BE49-F238E27FC236}">
                <a16:creationId xmlns:a16="http://schemas.microsoft.com/office/drawing/2014/main" id="{46F789E4-1CA3-30F9-383D-4A47F4A93140}"/>
              </a:ext>
            </a:extLst>
          </p:cNvPr>
          <p:cNvCxnSpPr/>
          <p:nvPr/>
        </p:nvCxnSpPr>
        <p:spPr bwMode="gray">
          <a:xfrm>
            <a:off x="7752184" y="-189392"/>
            <a:ext cx="0" cy="90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45">
            <a:extLst>
              <a:ext uri="{FF2B5EF4-FFF2-40B4-BE49-F238E27FC236}">
                <a16:creationId xmlns:a16="http://schemas.microsoft.com/office/drawing/2014/main" id="{A15C04BC-E8AD-D67D-7A37-CE66BD8108D3}"/>
              </a:ext>
            </a:extLst>
          </p:cNvPr>
          <p:cNvCxnSpPr/>
          <p:nvPr/>
        </p:nvCxnSpPr>
        <p:spPr bwMode="gray">
          <a:xfrm>
            <a:off x="3431704" y="-189392"/>
            <a:ext cx="0" cy="90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48">
            <a:extLst>
              <a:ext uri="{FF2B5EF4-FFF2-40B4-BE49-F238E27FC236}">
                <a16:creationId xmlns:a16="http://schemas.microsoft.com/office/drawing/2014/main" id="{B2B1FFC2-A967-9992-BF92-539258A03BDF}"/>
              </a:ext>
            </a:extLst>
          </p:cNvPr>
          <p:cNvCxnSpPr/>
          <p:nvPr/>
        </p:nvCxnSpPr>
        <p:spPr bwMode="gray">
          <a:xfrm>
            <a:off x="1991544" y="-189392"/>
            <a:ext cx="0" cy="90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49">
            <a:extLst>
              <a:ext uri="{FF2B5EF4-FFF2-40B4-BE49-F238E27FC236}">
                <a16:creationId xmlns:a16="http://schemas.microsoft.com/office/drawing/2014/main" id="{02C3F396-ACB8-5666-11C9-65988885B904}"/>
              </a:ext>
            </a:extLst>
          </p:cNvPr>
          <p:cNvCxnSpPr/>
          <p:nvPr/>
        </p:nvCxnSpPr>
        <p:spPr bwMode="gray">
          <a:xfrm>
            <a:off x="9192344" y="-189392"/>
            <a:ext cx="0" cy="90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50">
            <a:extLst>
              <a:ext uri="{FF2B5EF4-FFF2-40B4-BE49-F238E27FC236}">
                <a16:creationId xmlns:a16="http://schemas.microsoft.com/office/drawing/2014/main" id="{C56B92D2-E114-4A46-6E6A-9267816179F5}"/>
              </a:ext>
            </a:extLst>
          </p:cNvPr>
          <p:cNvCxnSpPr/>
          <p:nvPr/>
        </p:nvCxnSpPr>
        <p:spPr bwMode="gray">
          <a:xfrm>
            <a:off x="10632504" y="-189392"/>
            <a:ext cx="0" cy="90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51">
            <a:extLst>
              <a:ext uri="{FF2B5EF4-FFF2-40B4-BE49-F238E27FC236}">
                <a16:creationId xmlns:a16="http://schemas.microsoft.com/office/drawing/2014/main" id="{B0901BAB-DBF3-B595-14E3-B41ED1629B56}"/>
              </a:ext>
            </a:extLst>
          </p:cNvPr>
          <p:cNvCxnSpPr/>
          <p:nvPr/>
        </p:nvCxnSpPr>
        <p:spPr bwMode="gray">
          <a:xfrm>
            <a:off x="5879976" y="-189392"/>
            <a:ext cx="0" cy="90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52">
            <a:extLst>
              <a:ext uri="{FF2B5EF4-FFF2-40B4-BE49-F238E27FC236}">
                <a16:creationId xmlns:a16="http://schemas.microsoft.com/office/drawing/2014/main" id="{3A3B61FA-2541-49C7-73A4-3C1EF58217D2}"/>
              </a:ext>
            </a:extLst>
          </p:cNvPr>
          <p:cNvCxnSpPr/>
          <p:nvPr/>
        </p:nvCxnSpPr>
        <p:spPr bwMode="gray">
          <a:xfrm>
            <a:off x="4439816" y="-189392"/>
            <a:ext cx="0" cy="90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53">
            <a:extLst>
              <a:ext uri="{FF2B5EF4-FFF2-40B4-BE49-F238E27FC236}">
                <a16:creationId xmlns:a16="http://schemas.microsoft.com/office/drawing/2014/main" id="{36F83073-0558-62B3-125A-6FD45FCDDB20}"/>
              </a:ext>
            </a:extLst>
          </p:cNvPr>
          <p:cNvCxnSpPr/>
          <p:nvPr/>
        </p:nvCxnSpPr>
        <p:spPr bwMode="gray">
          <a:xfrm>
            <a:off x="7320136" y="-189392"/>
            <a:ext cx="0" cy="90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54">
            <a:extLst>
              <a:ext uri="{FF2B5EF4-FFF2-40B4-BE49-F238E27FC236}">
                <a16:creationId xmlns:a16="http://schemas.microsoft.com/office/drawing/2014/main" id="{D27B1371-A90C-8CE2-C1ED-899641C034C0}"/>
              </a:ext>
            </a:extLst>
          </p:cNvPr>
          <p:cNvCxnSpPr/>
          <p:nvPr/>
        </p:nvCxnSpPr>
        <p:spPr bwMode="gray">
          <a:xfrm>
            <a:off x="2999656" y="-189392"/>
            <a:ext cx="0" cy="90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55">
            <a:extLst>
              <a:ext uri="{FF2B5EF4-FFF2-40B4-BE49-F238E27FC236}">
                <a16:creationId xmlns:a16="http://schemas.microsoft.com/office/drawing/2014/main" id="{D05E774B-D745-5462-63C2-3CEE39DCDB68}"/>
              </a:ext>
            </a:extLst>
          </p:cNvPr>
          <p:cNvCxnSpPr/>
          <p:nvPr/>
        </p:nvCxnSpPr>
        <p:spPr bwMode="gray">
          <a:xfrm>
            <a:off x="1559496" y="-189392"/>
            <a:ext cx="0" cy="90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56">
            <a:extLst>
              <a:ext uri="{FF2B5EF4-FFF2-40B4-BE49-F238E27FC236}">
                <a16:creationId xmlns:a16="http://schemas.microsoft.com/office/drawing/2014/main" id="{0D217093-6E4A-98BD-0D0D-CFCA771D7700}"/>
              </a:ext>
            </a:extLst>
          </p:cNvPr>
          <p:cNvCxnSpPr/>
          <p:nvPr/>
        </p:nvCxnSpPr>
        <p:spPr bwMode="gray">
          <a:xfrm>
            <a:off x="8760296" y="-189392"/>
            <a:ext cx="0" cy="90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57">
            <a:extLst>
              <a:ext uri="{FF2B5EF4-FFF2-40B4-BE49-F238E27FC236}">
                <a16:creationId xmlns:a16="http://schemas.microsoft.com/office/drawing/2014/main" id="{77FF41E2-5532-923D-472F-00CE8C2DF7CD}"/>
              </a:ext>
            </a:extLst>
          </p:cNvPr>
          <p:cNvCxnSpPr/>
          <p:nvPr/>
        </p:nvCxnSpPr>
        <p:spPr bwMode="gray">
          <a:xfrm>
            <a:off x="10200456" y="-189392"/>
            <a:ext cx="0" cy="90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58">
            <a:extLst>
              <a:ext uri="{FF2B5EF4-FFF2-40B4-BE49-F238E27FC236}">
                <a16:creationId xmlns:a16="http://schemas.microsoft.com/office/drawing/2014/main" id="{7B02F80F-A04A-0504-6EC3-B45183A5FBF3}"/>
              </a:ext>
            </a:extLst>
          </p:cNvPr>
          <p:cNvCxnSpPr/>
          <p:nvPr/>
        </p:nvCxnSpPr>
        <p:spPr bwMode="gray">
          <a:xfrm>
            <a:off x="479376" y="-189392"/>
            <a:ext cx="0" cy="90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59">
            <a:extLst>
              <a:ext uri="{FF2B5EF4-FFF2-40B4-BE49-F238E27FC236}">
                <a16:creationId xmlns:a16="http://schemas.microsoft.com/office/drawing/2014/main" id="{E97FBD3C-9D11-1E33-9E58-1D0573868365}"/>
              </a:ext>
            </a:extLst>
          </p:cNvPr>
          <p:cNvCxnSpPr/>
          <p:nvPr/>
        </p:nvCxnSpPr>
        <p:spPr bwMode="gray">
          <a:xfrm>
            <a:off x="11712624" y="-189392"/>
            <a:ext cx="0" cy="90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60">
            <a:extLst>
              <a:ext uri="{FF2B5EF4-FFF2-40B4-BE49-F238E27FC236}">
                <a16:creationId xmlns:a16="http://schemas.microsoft.com/office/drawing/2014/main" id="{1E45FF18-04A9-3D6F-EF30-0FAECA8FC1E4}"/>
              </a:ext>
            </a:extLst>
          </p:cNvPr>
          <p:cNvCxnSpPr/>
          <p:nvPr/>
        </p:nvCxnSpPr>
        <p:spPr bwMode="gray">
          <a:xfrm>
            <a:off x="-240704" y="1484784"/>
            <a:ext cx="90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61">
            <a:extLst>
              <a:ext uri="{FF2B5EF4-FFF2-40B4-BE49-F238E27FC236}">
                <a16:creationId xmlns:a16="http://schemas.microsoft.com/office/drawing/2014/main" id="{5AFA40FA-C41B-E7B6-C0B1-C30A59E469F0}"/>
              </a:ext>
            </a:extLst>
          </p:cNvPr>
          <p:cNvCxnSpPr/>
          <p:nvPr/>
        </p:nvCxnSpPr>
        <p:spPr bwMode="gray">
          <a:xfrm>
            <a:off x="-240704" y="6165304"/>
            <a:ext cx="90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62">
            <a:extLst>
              <a:ext uri="{FF2B5EF4-FFF2-40B4-BE49-F238E27FC236}">
                <a16:creationId xmlns:a16="http://schemas.microsoft.com/office/drawing/2014/main" id="{1581303F-B3EC-8E1B-A1E1-7C8785710FF3}"/>
              </a:ext>
            </a:extLst>
          </p:cNvPr>
          <p:cNvCxnSpPr/>
          <p:nvPr/>
        </p:nvCxnSpPr>
        <p:spPr bwMode="gray">
          <a:xfrm>
            <a:off x="-240704" y="6021288"/>
            <a:ext cx="90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5" name="Grafik 44">
            <a:extLst>
              <a:ext uri="{FF2B5EF4-FFF2-40B4-BE49-F238E27FC236}">
                <a16:creationId xmlns:a16="http://schemas.microsoft.com/office/drawing/2014/main" id="{F9C4586C-AE10-4B41-CEAA-296FE383E6F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7"/>
              </a:ext>
            </a:extLst>
          </a:blip>
          <a:stretch>
            <a:fillRect/>
          </a:stretch>
        </p:blipFill>
        <p:spPr>
          <a:xfrm>
            <a:off x="10092526" y="477000"/>
            <a:ext cx="1620000" cy="181032"/>
          </a:xfrm>
          <a:prstGeom prst="rect">
            <a:avLst/>
          </a:prstGeom>
        </p:spPr>
      </p:pic>
      <p:sp>
        <p:nvSpPr>
          <p:cNvPr id="46" name="empower - DO NOT DELETE!!!">
            <a:extLst>
              <a:ext uri="{FF2B5EF4-FFF2-40B4-BE49-F238E27FC236}">
                <a16:creationId xmlns:a16="http://schemas.microsoft.com/office/drawing/2014/main" id="{07B13A24-35EF-1AFB-79B6-BBB95D9825B9}"/>
              </a:ext>
            </a:extLst>
          </p:cNvPr>
          <p:cNvSpPr/>
          <p:nvPr>
            <p:custDataLst>
              <p:tags r:id="rId41"/>
            </p:custDataLst>
          </p:nvPr>
        </p:nvSpPr>
        <p:spPr>
          <a:xfrm>
            <a:off x="0" y="0"/>
            <a:ext cx="0" cy="0"/>
          </a:xfrm>
          <a:prstGeom prst="ellipse">
            <a:avLst/>
          </a:prstGeom>
          <a:solidFill>
            <a:srgbClr val="EBEB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72000" rIns="54000" bIns="72000" rtlCol="0" anchor="ctr"/>
          <a:lstStyle/>
          <a:p>
            <a:pPr lvl="0" algn="ctr">
              <a:lnSpc>
                <a:spcPct val="120000"/>
              </a:lnSpc>
              <a:spcBef>
                <a:spcPts val="600"/>
              </a:spcBef>
            </a:pPr>
            <a:endParaRPr lang="en-US" altLang="zh-SG" sz="1200">
              <a:solidFill>
                <a:schemeClr val="tx1"/>
              </a:solidFill>
            </a:endParaRPr>
          </a:p>
        </p:txBody>
      </p:sp>
      <p:sp>
        <p:nvSpPr>
          <p:cNvPr id="49" name="Rechteck 48" hidden="1">
            <a:extLst>
              <a:ext uri="{FF2B5EF4-FFF2-40B4-BE49-F238E27FC236}">
                <a16:creationId xmlns:a16="http://schemas.microsoft.com/office/drawing/2014/main" id="{1CC66FD3-DD42-DB8C-2390-847D71D42A73}"/>
              </a:ext>
            </a:extLst>
          </p:cNvPr>
          <p:cNvSpPr/>
          <p:nvPr userDrawn="1">
            <p:custDataLst>
              <p:tags r:id="rId42"/>
            </p:custDataLst>
          </p:nvPr>
        </p:nvSpPr>
        <p:spPr>
          <a:xfrm>
            <a:off x="9912526" y="297516"/>
            <a:ext cx="1980000" cy="514490"/>
          </a:xfrm>
          <a:prstGeom prst="rect">
            <a:avLst/>
          </a:prstGeom>
          <a:solidFill>
            <a:srgbClr val="EBEB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72000" rIns="54000" bIns="72000" rtlCol="0" anchor="ctr"/>
          <a:lstStyle/>
          <a:p>
            <a:pPr lvl="0" algn="ctr">
              <a:lnSpc>
                <a:spcPct val="120000"/>
              </a:lnSpc>
              <a:spcBef>
                <a:spcPts val="600"/>
              </a:spcBef>
            </a:pPr>
            <a:endParaRPr lang="en-US" altLang="zh-SG" sz="1200">
              <a:solidFill>
                <a:schemeClr val="tx1"/>
              </a:solidFill>
            </a:endParaRPr>
          </a:p>
        </p:txBody>
      </p:sp>
      <p:cxnSp>
        <p:nvCxnSpPr>
          <p:cNvPr id="50" name="Straight Connector 4">
            <a:extLst>
              <a:ext uri="{FF2B5EF4-FFF2-40B4-BE49-F238E27FC236}">
                <a16:creationId xmlns:a16="http://schemas.microsoft.com/office/drawing/2014/main" id="{EE08DDD8-E0B8-ABA8-C961-4A5242777C9B}"/>
              </a:ext>
            </a:extLst>
          </p:cNvPr>
          <p:cNvCxnSpPr/>
          <p:nvPr userDrawn="1"/>
        </p:nvCxnSpPr>
        <p:spPr bwMode="gray">
          <a:xfrm>
            <a:off x="6168008" y="-189392"/>
            <a:ext cx="0" cy="9000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23">
            <a:extLst>
              <a:ext uri="{FF2B5EF4-FFF2-40B4-BE49-F238E27FC236}">
                <a16:creationId xmlns:a16="http://schemas.microsoft.com/office/drawing/2014/main" id="{3A1A6A83-E41E-557C-AE8B-80240320AEEC}"/>
              </a:ext>
            </a:extLst>
          </p:cNvPr>
          <p:cNvCxnSpPr/>
          <p:nvPr userDrawn="1"/>
        </p:nvCxnSpPr>
        <p:spPr bwMode="gray">
          <a:xfrm>
            <a:off x="6023992" y="-189392"/>
            <a:ext cx="0" cy="9000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24">
            <a:extLst>
              <a:ext uri="{FF2B5EF4-FFF2-40B4-BE49-F238E27FC236}">
                <a16:creationId xmlns:a16="http://schemas.microsoft.com/office/drawing/2014/main" id="{19D231A6-2314-6743-DCAE-8B228362CA30}"/>
              </a:ext>
            </a:extLst>
          </p:cNvPr>
          <p:cNvCxnSpPr/>
          <p:nvPr userDrawn="1"/>
        </p:nvCxnSpPr>
        <p:spPr bwMode="gray">
          <a:xfrm>
            <a:off x="4727848" y="-189392"/>
            <a:ext cx="0" cy="9000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26">
            <a:extLst>
              <a:ext uri="{FF2B5EF4-FFF2-40B4-BE49-F238E27FC236}">
                <a16:creationId xmlns:a16="http://schemas.microsoft.com/office/drawing/2014/main" id="{3AAB3263-5EA9-579C-2A70-262BBC5A7B34}"/>
              </a:ext>
            </a:extLst>
          </p:cNvPr>
          <p:cNvCxnSpPr/>
          <p:nvPr userDrawn="1"/>
        </p:nvCxnSpPr>
        <p:spPr bwMode="gray">
          <a:xfrm>
            <a:off x="4583832" y="-189392"/>
            <a:ext cx="0" cy="9000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28">
            <a:extLst>
              <a:ext uri="{FF2B5EF4-FFF2-40B4-BE49-F238E27FC236}">
                <a16:creationId xmlns:a16="http://schemas.microsoft.com/office/drawing/2014/main" id="{EAB77F55-2E10-7892-056B-E0F305FF49B5}"/>
              </a:ext>
            </a:extLst>
          </p:cNvPr>
          <p:cNvCxnSpPr/>
          <p:nvPr userDrawn="1"/>
        </p:nvCxnSpPr>
        <p:spPr bwMode="gray">
          <a:xfrm>
            <a:off x="7464152" y="-189392"/>
            <a:ext cx="0" cy="9000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29">
            <a:extLst>
              <a:ext uri="{FF2B5EF4-FFF2-40B4-BE49-F238E27FC236}">
                <a16:creationId xmlns:a16="http://schemas.microsoft.com/office/drawing/2014/main" id="{6DAF9430-E864-CDAD-0DC9-AAE17E75EEF7}"/>
              </a:ext>
            </a:extLst>
          </p:cNvPr>
          <p:cNvCxnSpPr/>
          <p:nvPr userDrawn="1"/>
        </p:nvCxnSpPr>
        <p:spPr bwMode="gray">
          <a:xfrm>
            <a:off x="7608168" y="-189392"/>
            <a:ext cx="0" cy="9000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35">
            <a:extLst>
              <a:ext uri="{FF2B5EF4-FFF2-40B4-BE49-F238E27FC236}">
                <a16:creationId xmlns:a16="http://schemas.microsoft.com/office/drawing/2014/main" id="{976FCB41-59CB-A93C-BDB7-5BDE4F04F5B3}"/>
              </a:ext>
            </a:extLst>
          </p:cNvPr>
          <p:cNvCxnSpPr/>
          <p:nvPr userDrawn="1"/>
        </p:nvCxnSpPr>
        <p:spPr bwMode="gray">
          <a:xfrm>
            <a:off x="3287688" y="-189392"/>
            <a:ext cx="0" cy="9000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36">
            <a:extLst>
              <a:ext uri="{FF2B5EF4-FFF2-40B4-BE49-F238E27FC236}">
                <a16:creationId xmlns:a16="http://schemas.microsoft.com/office/drawing/2014/main" id="{3FB19D06-F322-E9C1-0343-8FDFE6124376}"/>
              </a:ext>
            </a:extLst>
          </p:cNvPr>
          <p:cNvCxnSpPr/>
          <p:nvPr userDrawn="1"/>
        </p:nvCxnSpPr>
        <p:spPr bwMode="gray">
          <a:xfrm>
            <a:off x="3143672" y="-189392"/>
            <a:ext cx="0" cy="9000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37">
            <a:extLst>
              <a:ext uri="{FF2B5EF4-FFF2-40B4-BE49-F238E27FC236}">
                <a16:creationId xmlns:a16="http://schemas.microsoft.com/office/drawing/2014/main" id="{2BB1C7FE-6995-1E6A-0CEB-0329BEF6FB6A}"/>
              </a:ext>
            </a:extLst>
          </p:cNvPr>
          <p:cNvCxnSpPr/>
          <p:nvPr userDrawn="1"/>
        </p:nvCxnSpPr>
        <p:spPr bwMode="gray">
          <a:xfrm>
            <a:off x="1847528" y="-189392"/>
            <a:ext cx="0" cy="9000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38">
            <a:extLst>
              <a:ext uri="{FF2B5EF4-FFF2-40B4-BE49-F238E27FC236}">
                <a16:creationId xmlns:a16="http://schemas.microsoft.com/office/drawing/2014/main" id="{3E572205-FF66-8A0C-4622-C2C0B703C844}"/>
              </a:ext>
            </a:extLst>
          </p:cNvPr>
          <p:cNvCxnSpPr/>
          <p:nvPr userDrawn="1"/>
        </p:nvCxnSpPr>
        <p:spPr bwMode="gray">
          <a:xfrm>
            <a:off x="1703512" y="-189392"/>
            <a:ext cx="0" cy="9000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39">
            <a:extLst>
              <a:ext uri="{FF2B5EF4-FFF2-40B4-BE49-F238E27FC236}">
                <a16:creationId xmlns:a16="http://schemas.microsoft.com/office/drawing/2014/main" id="{AC921497-88A3-355B-8E4C-FCEC49046D21}"/>
              </a:ext>
            </a:extLst>
          </p:cNvPr>
          <p:cNvCxnSpPr/>
          <p:nvPr userDrawn="1"/>
        </p:nvCxnSpPr>
        <p:spPr bwMode="gray">
          <a:xfrm>
            <a:off x="335360" y="-189392"/>
            <a:ext cx="0" cy="9000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40">
            <a:extLst>
              <a:ext uri="{FF2B5EF4-FFF2-40B4-BE49-F238E27FC236}">
                <a16:creationId xmlns:a16="http://schemas.microsoft.com/office/drawing/2014/main" id="{5E30F394-E4F1-7965-A63E-8D69114D4837}"/>
              </a:ext>
            </a:extLst>
          </p:cNvPr>
          <p:cNvCxnSpPr/>
          <p:nvPr userDrawn="1"/>
        </p:nvCxnSpPr>
        <p:spPr bwMode="gray">
          <a:xfrm>
            <a:off x="8904312" y="-189392"/>
            <a:ext cx="0" cy="9000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41">
            <a:extLst>
              <a:ext uri="{FF2B5EF4-FFF2-40B4-BE49-F238E27FC236}">
                <a16:creationId xmlns:a16="http://schemas.microsoft.com/office/drawing/2014/main" id="{9EB63C7A-3956-FF43-DBC8-AC876FC1EE79}"/>
              </a:ext>
            </a:extLst>
          </p:cNvPr>
          <p:cNvCxnSpPr/>
          <p:nvPr userDrawn="1"/>
        </p:nvCxnSpPr>
        <p:spPr bwMode="gray">
          <a:xfrm>
            <a:off x="9048328" y="-189392"/>
            <a:ext cx="0" cy="9000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42">
            <a:extLst>
              <a:ext uri="{FF2B5EF4-FFF2-40B4-BE49-F238E27FC236}">
                <a16:creationId xmlns:a16="http://schemas.microsoft.com/office/drawing/2014/main" id="{715260CC-9329-D505-B50B-BB52D1763C80}"/>
              </a:ext>
            </a:extLst>
          </p:cNvPr>
          <p:cNvCxnSpPr/>
          <p:nvPr userDrawn="1"/>
        </p:nvCxnSpPr>
        <p:spPr bwMode="gray">
          <a:xfrm>
            <a:off x="10344472" y="-189392"/>
            <a:ext cx="0" cy="9000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43">
            <a:extLst>
              <a:ext uri="{FF2B5EF4-FFF2-40B4-BE49-F238E27FC236}">
                <a16:creationId xmlns:a16="http://schemas.microsoft.com/office/drawing/2014/main" id="{C3523AB2-5A9A-2381-7691-48BFDAA7785E}"/>
              </a:ext>
            </a:extLst>
          </p:cNvPr>
          <p:cNvCxnSpPr/>
          <p:nvPr userDrawn="1"/>
        </p:nvCxnSpPr>
        <p:spPr bwMode="gray">
          <a:xfrm>
            <a:off x="10488488" y="-189392"/>
            <a:ext cx="0" cy="9000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44">
            <a:extLst>
              <a:ext uri="{FF2B5EF4-FFF2-40B4-BE49-F238E27FC236}">
                <a16:creationId xmlns:a16="http://schemas.microsoft.com/office/drawing/2014/main" id="{D5241D39-FCC7-AAA8-47C7-98AC86D647BD}"/>
              </a:ext>
            </a:extLst>
          </p:cNvPr>
          <p:cNvCxnSpPr/>
          <p:nvPr userDrawn="1"/>
        </p:nvCxnSpPr>
        <p:spPr bwMode="gray">
          <a:xfrm>
            <a:off x="11856640" y="-189392"/>
            <a:ext cx="0" cy="9000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9">
            <a:extLst>
              <a:ext uri="{FF2B5EF4-FFF2-40B4-BE49-F238E27FC236}">
                <a16:creationId xmlns:a16="http://schemas.microsoft.com/office/drawing/2014/main" id="{32968F97-9B07-D1F1-A0B8-E8717B4B8CA3}"/>
              </a:ext>
            </a:extLst>
          </p:cNvPr>
          <p:cNvCxnSpPr/>
          <p:nvPr userDrawn="1"/>
        </p:nvCxnSpPr>
        <p:spPr bwMode="gray">
          <a:xfrm>
            <a:off x="-240704" y="1340768"/>
            <a:ext cx="90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46">
            <a:extLst>
              <a:ext uri="{FF2B5EF4-FFF2-40B4-BE49-F238E27FC236}">
                <a16:creationId xmlns:a16="http://schemas.microsoft.com/office/drawing/2014/main" id="{AC7F0241-1B60-B23F-3A25-A498892583AB}"/>
              </a:ext>
            </a:extLst>
          </p:cNvPr>
          <p:cNvCxnSpPr/>
          <p:nvPr userDrawn="1"/>
        </p:nvCxnSpPr>
        <p:spPr bwMode="gray">
          <a:xfrm>
            <a:off x="-240704" y="6309320"/>
            <a:ext cx="90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47">
            <a:extLst>
              <a:ext uri="{FF2B5EF4-FFF2-40B4-BE49-F238E27FC236}">
                <a16:creationId xmlns:a16="http://schemas.microsoft.com/office/drawing/2014/main" id="{ECDCBA83-AB55-A23F-6205-23BFAAA6FAD2}"/>
              </a:ext>
            </a:extLst>
          </p:cNvPr>
          <p:cNvCxnSpPr/>
          <p:nvPr userDrawn="1"/>
        </p:nvCxnSpPr>
        <p:spPr bwMode="gray">
          <a:xfrm>
            <a:off x="-240704" y="1628800"/>
            <a:ext cx="90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32">
            <a:extLst>
              <a:ext uri="{FF2B5EF4-FFF2-40B4-BE49-F238E27FC236}">
                <a16:creationId xmlns:a16="http://schemas.microsoft.com/office/drawing/2014/main" id="{A515F58C-26A7-EB92-E595-58FD7CF66BA6}"/>
              </a:ext>
            </a:extLst>
          </p:cNvPr>
          <p:cNvCxnSpPr/>
          <p:nvPr userDrawn="1"/>
        </p:nvCxnSpPr>
        <p:spPr bwMode="gray">
          <a:xfrm>
            <a:off x="6312024" y="-189392"/>
            <a:ext cx="0" cy="90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33">
            <a:extLst>
              <a:ext uri="{FF2B5EF4-FFF2-40B4-BE49-F238E27FC236}">
                <a16:creationId xmlns:a16="http://schemas.microsoft.com/office/drawing/2014/main" id="{1C9D756F-A538-E9D4-CC9A-5945279ECF21}"/>
              </a:ext>
            </a:extLst>
          </p:cNvPr>
          <p:cNvCxnSpPr/>
          <p:nvPr userDrawn="1"/>
        </p:nvCxnSpPr>
        <p:spPr bwMode="gray">
          <a:xfrm>
            <a:off x="4871864" y="-189392"/>
            <a:ext cx="0" cy="90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34">
            <a:extLst>
              <a:ext uri="{FF2B5EF4-FFF2-40B4-BE49-F238E27FC236}">
                <a16:creationId xmlns:a16="http://schemas.microsoft.com/office/drawing/2014/main" id="{9D370273-601A-66C9-15D5-54B5C7B8C67C}"/>
              </a:ext>
            </a:extLst>
          </p:cNvPr>
          <p:cNvCxnSpPr/>
          <p:nvPr userDrawn="1"/>
        </p:nvCxnSpPr>
        <p:spPr bwMode="gray">
          <a:xfrm>
            <a:off x="7752184" y="-189392"/>
            <a:ext cx="0" cy="90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45">
            <a:extLst>
              <a:ext uri="{FF2B5EF4-FFF2-40B4-BE49-F238E27FC236}">
                <a16:creationId xmlns:a16="http://schemas.microsoft.com/office/drawing/2014/main" id="{2E17C18E-3E08-C596-A53A-7EE153D2D439}"/>
              </a:ext>
            </a:extLst>
          </p:cNvPr>
          <p:cNvCxnSpPr/>
          <p:nvPr userDrawn="1"/>
        </p:nvCxnSpPr>
        <p:spPr bwMode="gray">
          <a:xfrm>
            <a:off x="3431704" y="-189392"/>
            <a:ext cx="0" cy="90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48">
            <a:extLst>
              <a:ext uri="{FF2B5EF4-FFF2-40B4-BE49-F238E27FC236}">
                <a16:creationId xmlns:a16="http://schemas.microsoft.com/office/drawing/2014/main" id="{FFF824E2-53C3-5B00-3CA4-5D04B9CAE4AD}"/>
              </a:ext>
            </a:extLst>
          </p:cNvPr>
          <p:cNvCxnSpPr/>
          <p:nvPr userDrawn="1"/>
        </p:nvCxnSpPr>
        <p:spPr bwMode="gray">
          <a:xfrm>
            <a:off x="1991544" y="-189392"/>
            <a:ext cx="0" cy="90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49">
            <a:extLst>
              <a:ext uri="{FF2B5EF4-FFF2-40B4-BE49-F238E27FC236}">
                <a16:creationId xmlns:a16="http://schemas.microsoft.com/office/drawing/2014/main" id="{1E1A7769-8D17-F295-8A57-110E63757D30}"/>
              </a:ext>
            </a:extLst>
          </p:cNvPr>
          <p:cNvCxnSpPr/>
          <p:nvPr userDrawn="1"/>
        </p:nvCxnSpPr>
        <p:spPr bwMode="gray">
          <a:xfrm>
            <a:off x="9192344" y="-189392"/>
            <a:ext cx="0" cy="90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50">
            <a:extLst>
              <a:ext uri="{FF2B5EF4-FFF2-40B4-BE49-F238E27FC236}">
                <a16:creationId xmlns:a16="http://schemas.microsoft.com/office/drawing/2014/main" id="{8B0803D1-FF58-5903-1E0E-282B389F8214}"/>
              </a:ext>
            </a:extLst>
          </p:cNvPr>
          <p:cNvCxnSpPr/>
          <p:nvPr userDrawn="1"/>
        </p:nvCxnSpPr>
        <p:spPr bwMode="gray">
          <a:xfrm>
            <a:off x="10632504" y="-189392"/>
            <a:ext cx="0" cy="90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51">
            <a:extLst>
              <a:ext uri="{FF2B5EF4-FFF2-40B4-BE49-F238E27FC236}">
                <a16:creationId xmlns:a16="http://schemas.microsoft.com/office/drawing/2014/main" id="{457612E9-6A06-2284-2E35-01420E9D1FA2}"/>
              </a:ext>
            </a:extLst>
          </p:cNvPr>
          <p:cNvCxnSpPr/>
          <p:nvPr userDrawn="1"/>
        </p:nvCxnSpPr>
        <p:spPr bwMode="gray">
          <a:xfrm>
            <a:off x="5879976" y="-189392"/>
            <a:ext cx="0" cy="90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52">
            <a:extLst>
              <a:ext uri="{FF2B5EF4-FFF2-40B4-BE49-F238E27FC236}">
                <a16:creationId xmlns:a16="http://schemas.microsoft.com/office/drawing/2014/main" id="{92EDCF37-557F-F7B3-3A79-9294CD9CD8CA}"/>
              </a:ext>
            </a:extLst>
          </p:cNvPr>
          <p:cNvCxnSpPr/>
          <p:nvPr userDrawn="1"/>
        </p:nvCxnSpPr>
        <p:spPr bwMode="gray">
          <a:xfrm>
            <a:off x="4439816" y="-189392"/>
            <a:ext cx="0" cy="90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53">
            <a:extLst>
              <a:ext uri="{FF2B5EF4-FFF2-40B4-BE49-F238E27FC236}">
                <a16:creationId xmlns:a16="http://schemas.microsoft.com/office/drawing/2014/main" id="{A2F77116-B730-8FFA-31AF-9CEE2CAE3B93}"/>
              </a:ext>
            </a:extLst>
          </p:cNvPr>
          <p:cNvCxnSpPr/>
          <p:nvPr userDrawn="1"/>
        </p:nvCxnSpPr>
        <p:spPr bwMode="gray">
          <a:xfrm>
            <a:off x="7320136" y="-189392"/>
            <a:ext cx="0" cy="90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54">
            <a:extLst>
              <a:ext uri="{FF2B5EF4-FFF2-40B4-BE49-F238E27FC236}">
                <a16:creationId xmlns:a16="http://schemas.microsoft.com/office/drawing/2014/main" id="{98028A3D-FB19-68AC-4A30-FD7AA781041E}"/>
              </a:ext>
            </a:extLst>
          </p:cNvPr>
          <p:cNvCxnSpPr/>
          <p:nvPr userDrawn="1"/>
        </p:nvCxnSpPr>
        <p:spPr bwMode="gray">
          <a:xfrm>
            <a:off x="2999656" y="-189392"/>
            <a:ext cx="0" cy="90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Connector 55">
            <a:extLst>
              <a:ext uri="{FF2B5EF4-FFF2-40B4-BE49-F238E27FC236}">
                <a16:creationId xmlns:a16="http://schemas.microsoft.com/office/drawing/2014/main" id="{7F0AB38E-D361-ADFE-178F-F0571A1C64CF}"/>
              </a:ext>
            </a:extLst>
          </p:cNvPr>
          <p:cNvCxnSpPr/>
          <p:nvPr userDrawn="1"/>
        </p:nvCxnSpPr>
        <p:spPr bwMode="gray">
          <a:xfrm>
            <a:off x="1559496" y="-189392"/>
            <a:ext cx="0" cy="90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Connector 56">
            <a:extLst>
              <a:ext uri="{FF2B5EF4-FFF2-40B4-BE49-F238E27FC236}">
                <a16:creationId xmlns:a16="http://schemas.microsoft.com/office/drawing/2014/main" id="{8ED96107-86D8-3FF8-7604-B44E5AEE107A}"/>
              </a:ext>
            </a:extLst>
          </p:cNvPr>
          <p:cNvCxnSpPr/>
          <p:nvPr userDrawn="1"/>
        </p:nvCxnSpPr>
        <p:spPr bwMode="gray">
          <a:xfrm>
            <a:off x="8760296" y="-189392"/>
            <a:ext cx="0" cy="90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Connector 57">
            <a:extLst>
              <a:ext uri="{FF2B5EF4-FFF2-40B4-BE49-F238E27FC236}">
                <a16:creationId xmlns:a16="http://schemas.microsoft.com/office/drawing/2014/main" id="{6BD228CC-8643-AAAF-6934-C03BEE2102AA}"/>
              </a:ext>
            </a:extLst>
          </p:cNvPr>
          <p:cNvCxnSpPr/>
          <p:nvPr userDrawn="1"/>
        </p:nvCxnSpPr>
        <p:spPr bwMode="gray">
          <a:xfrm>
            <a:off x="10200456" y="-189392"/>
            <a:ext cx="0" cy="90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58">
            <a:extLst>
              <a:ext uri="{FF2B5EF4-FFF2-40B4-BE49-F238E27FC236}">
                <a16:creationId xmlns:a16="http://schemas.microsoft.com/office/drawing/2014/main" id="{9F96A705-7F66-FBC4-4B60-F2BA12E308DA}"/>
              </a:ext>
            </a:extLst>
          </p:cNvPr>
          <p:cNvCxnSpPr/>
          <p:nvPr userDrawn="1"/>
        </p:nvCxnSpPr>
        <p:spPr bwMode="gray">
          <a:xfrm>
            <a:off x="479376" y="-189392"/>
            <a:ext cx="0" cy="90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59">
            <a:extLst>
              <a:ext uri="{FF2B5EF4-FFF2-40B4-BE49-F238E27FC236}">
                <a16:creationId xmlns:a16="http://schemas.microsoft.com/office/drawing/2014/main" id="{B8D5531A-4602-B948-25A4-8733A9A19D52}"/>
              </a:ext>
            </a:extLst>
          </p:cNvPr>
          <p:cNvCxnSpPr/>
          <p:nvPr userDrawn="1"/>
        </p:nvCxnSpPr>
        <p:spPr bwMode="gray">
          <a:xfrm>
            <a:off x="11712624" y="-189392"/>
            <a:ext cx="0" cy="90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60">
            <a:extLst>
              <a:ext uri="{FF2B5EF4-FFF2-40B4-BE49-F238E27FC236}">
                <a16:creationId xmlns:a16="http://schemas.microsoft.com/office/drawing/2014/main" id="{D90D9BDD-A4F3-C0FC-1111-7FB6658E5DF3}"/>
              </a:ext>
            </a:extLst>
          </p:cNvPr>
          <p:cNvCxnSpPr/>
          <p:nvPr userDrawn="1"/>
        </p:nvCxnSpPr>
        <p:spPr bwMode="gray">
          <a:xfrm>
            <a:off x="-240704" y="1484784"/>
            <a:ext cx="90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Connector 61">
            <a:extLst>
              <a:ext uri="{FF2B5EF4-FFF2-40B4-BE49-F238E27FC236}">
                <a16:creationId xmlns:a16="http://schemas.microsoft.com/office/drawing/2014/main" id="{CACA7169-32EC-BA50-ACB8-76143E3EBE6B}"/>
              </a:ext>
            </a:extLst>
          </p:cNvPr>
          <p:cNvCxnSpPr/>
          <p:nvPr userDrawn="1"/>
        </p:nvCxnSpPr>
        <p:spPr bwMode="gray">
          <a:xfrm>
            <a:off x="-240704" y="6165304"/>
            <a:ext cx="90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Connector 62">
            <a:extLst>
              <a:ext uri="{FF2B5EF4-FFF2-40B4-BE49-F238E27FC236}">
                <a16:creationId xmlns:a16="http://schemas.microsoft.com/office/drawing/2014/main" id="{BCA51FDF-5595-58D6-553C-41891CEF7C41}"/>
              </a:ext>
            </a:extLst>
          </p:cNvPr>
          <p:cNvCxnSpPr/>
          <p:nvPr userDrawn="1"/>
        </p:nvCxnSpPr>
        <p:spPr bwMode="gray">
          <a:xfrm>
            <a:off x="-240704" y="6021288"/>
            <a:ext cx="90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empower - DO NOT DELETE!!!">
            <a:extLst>
              <a:ext uri="{FF2B5EF4-FFF2-40B4-BE49-F238E27FC236}">
                <a16:creationId xmlns:a16="http://schemas.microsoft.com/office/drawing/2014/main" id="{F7CFE3E2-DFEB-A7B2-C986-3995ABB91B22}"/>
              </a:ext>
            </a:extLst>
          </p:cNvPr>
          <p:cNvSpPr/>
          <p:nvPr userDrawn="1">
            <p:custDataLst>
              <p:tags r:id="rId43"/>
            </p:custDataLst>
          </p:nvPr>
        </p:nvSpPr>
        <p:spPr>
          <a:xfrm>
            <a:off x="0" y="0"/>
            <a:ext cx="0" cy="0"/>
          </a:xfrm>
          <a:prstGeom prst="ellipse">
            <a:avLst/>
          </a:prstGeom>
          <a:solidFill>
            <a:srgbClr val="EBEB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72000" rIns="54000" bIns="72000" rtlCol="0" anchor="ctr"/>
          <a:lstStyle/>
          <a:p>
            <a:pPr lvl="0" algn="ctr">
              <a:lnSpc>
                <a:spcPct val="120000"/>
              </a:lnSpc>
              <a:spcBef>
                <a:spcPts val="600"/>
              </a:spcBef>
            </a:pPr>
            <a:endParaRPr lang="en-US" altLang="zh-SG" sz="1200">
              <a:solidFill>
                <a:schemeClr val="tx1"/>
              </a:solidFill>
            </a:endParaRPr>
          </a:p>
        </p:txBody>
      </p:sp>
      <p:sp>
        <p:nvSpPr>
          <p:cNvPr id="48" name="en (USA)">
            <a:extLst>
              <a:ext uri="{FF2B5EF4-FFF2-40B4-BE49-F238E27FC236}">
                <a16:creationId xmlns:a16="http://schemas.microsoft.com/office/drawing/2014/main" id="{C6210D07-7702-228D-D6D4-6A02250A8066}"/>
              </a:ext>
            </a:extLst>
          </p:cNvPr>
          <p:cNvSpPr txBox="1"/>
          <p:nvPr>
            <p:custDataLst>
              <p:tags r:id="rId44"/>
            </p:custDataLst>
          </p:nvPr>
        </p:nvSpPr>
        <p:spPr>
          <a:xfrm>
            <a:off x="7615238" y="6527607"/>
            <a:ext cx="3856408" cy="123111"/>
          </a:xfrm>
          <a:prstGeom prst="rect">
            <a:avLst/>
          </a:prstGeom>
        </p:spPr>
        <p:txBody>
          <a:bodyPr vert="horz" wrap="none" lIns="0" tIns="0" rIns="0" bIns="0" rtlCol="0" anchor="ctr">
            <a:noAutofit/>
          </a:bodyPr>
          <a:lstStyle>
            <a:defPPr>
              <a:defRPr lang="de-DE"/>
            </a:defPPr>
            <a:lvl1pPr>
              <a:defRPr sz="800"/>
            </a:lvl1pPr>
          </a:lstStyle>
          <a:p>
            <a:pPr lvl="0" algn="r"/>
            <a:r>
              <a:rPr lang="en-US" altLang="zh-SG">
                <a:solidFill>
                  <a:srgbClr val="878787"/>
                </a:solidFill>
              </a:rPr>
              <a:t>Copyright Schaeffler Technologies AG &amp; Co. KG, 2024 – All rights reserved. |</a:t>
            </a:r>
          </a:p>
        </p:txBody>
      </p:sp>
      <p:sp>
        <p:nvSpPr>
          <p:cNvPr id="90" name="de" hidden="1">
            <a:extLst>
              <a:ext uri="{FF2B5EF4-FFF2-40B4-BE49-F238E27FC236}">
                <a16:creationId xmlns:a16="http://schemas.microsoft.com/office/drawing/2014/main" id="{F93F5F92-0B1E-0923-D808-9FC469D12DCE}"/>
              </a:ext>
            </a:extLst>
          </p:cNvPr>
          <p:cNvSpPr txBox="1"/>
          <p:nvPr userDrawn="1">
            <p:custDataLst>
              <p:tags r:id="rId45"/>
            </p:custDataLst>
          </p:nvPr>
        </p:nvSpPr>
        <p:spPr>
          <a:xfrm>
            <a:off x="7615238" y="6527607"/>
            <a:ext cx="3856408" cy="123111"/>
          </a:xfrm>
          <a:prstGeom prst="rect">
            <a:avLst/>
          </a:prstGeom>
        </p:spPr>
        <p:txBody>
          <a:bodyPr vert="horz" wrap="none" lIns="0" tIns="0" rIns="0" bIns="0" rtlCol="0" anchor="ctr">
            <a:noAutofit/>
          </a:bodyPr>
          <a:lstStyle>
            <a:defPPr>
              <a:defRPr lang="de-DE"/>
            </a:defPPr>
            <a:lvl1pPr>
              <a:defRPr sz="800"/>
            </a:lvl1pPr>
          </a:lstStyle>
          <a:p>
            <a:pPr lvl="0" algn="r"/>
            <a:r>
              <a:rPr lang="en-US" altLang="zh-SG">
                <a:solidFill>
                  <a:srgbClr val="878787"/>
                </a:solidFill>
              </a:rPr>
              <a:t>Copyright Schaeffler AG, 2024 – Alle Rechte vorbehalten. |</a:t>
            </a:r>
          </a:p>
        </p:txBody>
      </p:sp>
      <p:sp>
        <p:nvSpPr>
          <p:cNvPr id="47" name="po" hidden="1">
            <a:extLst>
              <a:ext uri="{FF2B5EF4-FFF2-40B4-BE49-F238E27FC236}">
                <a16:creationId xmlns:a16="http://schemas.microsoft.com/office/drawing/2014/main" id="{11593875-C117-C1D0-80E2-1CFCB7239B12}"/>
              </a:ext>
            </a:extLst>
          </p:cNvPr>
          <p:cNvSpPr txBox="1"/>
          <p:nvPr userDrawn="1">
            <p:custDataLst>
              <p:tags r:id="rId46"/>
            </p:custDataLst>
          </p:nvPr>
        </p:nvSpPr>
        <p:spPr>
          <a:xfrm>
            <a:off x="7615238" y="6527607"/>
            <a:ext cx="3856408" cy="123111"/>
          </a:xfrm>
          <a:prstGeom prst="rect">
            <a:avLst/>
          </a:prstGeom>
        </p:spPr>
        <p:txBody>
          <a:bodyPr vert="horz" wrap="none" lIns="0" tIns="0" rIns="0" bIns="0" rtlCol="0" anchor="ctr">
            <a:noAutofit/>
          </a:bodyPr>
          <a:lstStyle>
            <a:defPPr>
              <a:defRPr lang="de-DE"/>
            </a:defPPr>
            <a:lvl1pPr>
              <a:defRPr sz="800"/>
            </a:lvl1pPr>
          </a:lstStyle>
          <a:p>
            <a:pPr lvl="0" algn="r"/>
            <a:r>
              <a:rPr lang="en-US" altLang="zh-SG">
                <a:solidFill>
                  <a:srgbClr val="878787"/>
                </a:solidFill>
              </a:rPr>
              <a:t>Copyright Schaeffler Technologies AG &amp; Co. KG, 2024 – Todos os direitos reservados. |</a:t>
            </a:r>
          </a:p>
        </p:txBody>
      </p:sp>
      <p:sp>
        <p:nvSpPr>
          <p:cNvPr id="91" name="cn" hidden="1">
            <a:extLst>
              <a:ext uri="{FF2B5EF4-FFF2-40B4-BE49-F238E27FC236}">
                <a16:creationId xmlns:a16="http://schemas.microsoft.com/office/drawing/2014/main" id="{BB4EC6DB-3381-40A2-F1AB-8E4725A44F5C}"/>
              </a:ext>
            </a:extLst>
          </p:cNvPr>
          <p:cNvSpPr txBox="1"/>
          <p:nvPr userDrawn="1">
            <p:custDataLst>
              <p:tags r:id="rId47"/>
            </p:custDataLst>
          </p:nvPr>
        </p:nvSpPr>
        <p:spPr>
          <a:xfrm>
            <a:off x="7615238" y="6527607"/>
            <a:ext cx="3856408" cy="123111"/>
          </a:xfrm>
          <a:prstGeom prst="rect">
            <a:avLst/>
          </a:prstGeom>
        </p:spPr>
        <p:txBody>
          <a:bodyPr vert="horz" wrap="none" lIns="0" tIns="0" rIns="0" bIns="0" rtlCol="0" anchor="ctr">
            <a:noAutofit/>
          </a:bodyPr>
          <a:lstStyle>
            <a:defPPr>
              <a:defRPr lang="de-DE"/>
            </a:defPPr>
            <a:lvl1pPr>
              <a:defRPr sz="800"/>
            </a:lvl1pPr>
          </a:lstStyle>
          <a:p>
            <a:pPr lvl="0" algn="r"/>
            <a:r>
              <a:rPr lang="zh-SG" altLang="en-US">
                <a:solidFill>
                  <a:srgbClr val="878787"/>
                </a:solidFill>
              </a:rPr>
              <a:t>版权所有</a:t>
            </a:r>
            <a:r>
              <a:rPr lang="en-US" altLang="zh-SG">
                <a:solidFill>
                  <a:srgbClr val="878787"/>
                </a:solidFill>
              </a:rPr>
              <a:t>Schaeffler Technologies AG &amp; Co. KG</a:t>
            </a:r>
            <a:r>
              <a:rPr lang="zh-SG" altLang="en-US">
                <a:solidFill>
                  <a:srgbClr val="878787"/>
                </a:solidFill>
              </a:rPr>
              <a:t>保留所有权利</a:t>
            </a:r>
            <a:r>
              <a:rPr lang="en-US" altLang="zh-SG">
                <a:solidFill>
                  <a:srgbClr val="878787"/>
                </a:solidFill>
              </a:rPr>
              <a:t>, </a:t>
            </a:r>
            <a:r>
              <a:rPr lang="zh-SG" altLang="en-US">
                <a:solidFill>
                  <a:srgbClr val="878787"/>
                </a:solidFill>
              </a:rPr>
              <a:t>客户特殊要求</a:t>
            </a:r>
            <a:r>
              <a:rPr lang="en-US" altLang="zh-SG">
                <a:solidFill>
                  <a:srgbClr val="878787"/>
                </a:solidFill>
              </a:rPr>
              <a:t>, </a:t>
            </a:r>
            <a:r>
              <a:rPr lang="zh-SG" altLang="en-US">
                <a:solidFill>
                  <a:srgbClr val="878787"/>
                </a:solidFill>
              </a:rPr>
              <a:t>使用内部放行标准</a:t>
            </a:r>
            <a:r>
              <a:rPr lang="en-US" altLang="zh-SG">
                <a:solidFill>
                  <a:srgbClr val="878787"/>
                </a:solidFill>
              </a:rPr>
              <a:t>. |</a:t>
            </a:r>
          </a:p>
        </p:txBody>
      </p:sp>
      <p:sp>
        <p:nvSpPr>
          <p:cNvPr id="92" name="en (UK)" hidden="1">
            <a:extLst>
              <a:ext uri="{FF2B5EF4-FFF2-40B4-BE49-F238E27FC236}">
                <a16:creationId xmlns:a16="http://schemas.microsoft.com/office/drawing/2014/main" id="{3EF96ECE-3444-736E-8752-EF205337AF16}"/>
              </a:ext>
            </a:extLst>
          </p:cNvPr>
          <p:cNvSpPr txBox="1"/>
          <p:nvPr userDrawn="1">
            <p:custDataLst>
              <p:tags r:id="rId48"/>
            </p:custDataLst>
          </p:nvPr>
        </p:nvSpPr>
        <p:spPr>
          <a:xfrm>
            <a:off x="7615238" y="6527607"/>
            <a:ext cx="3856408" cy="123111"/>
          </a:xfrm>
          <a:prstGeom prst="rect">
            <a:avLst/>
          </a:prstGeom>
        </p:spPr>
        <p:txBody>
          <a:bodyPr vert="horz" wrap="none" lIns="0" tIns="0" rIns="0" bIns="0" rtlCol="0" anchor="ctr">
            <a:noAutofit/>
          </a:bodyPr>
          <a:lstStyle>
            <a:defPPr>
              <a:defRPr lang="de-DE"/>
            </a:defPPr>
            <a:lvl1pPr>
              <a:defRPr sz="800"/>
            </a:lvl1pPr>
          </a:lstStyle>
          <a:p>
            <a:pPr lvl="0" algn="r"/>
            <a:r>
              <a:rPr lang="en-US" altLang="zh-SG">
                <a:solidFill>
                  <a:srgbClr val="878787"/>
                </a:solidFill>
              </a:rPr>
              <a:t>Copyright Schaeffler AG, 2024 – All rights reserved. |</a:t>
            </a:r>
          </a:p>
        </p:txBody>
      </p:sp>
      <p:sp>
        <p:nvSpPr>
          <p:cNvPr id="93" name="en (CN, VR)" hidden="1">
            <a:extLst>
              <a:ext uri="{FF2B5EF4-FFF2-40B4-BE49-F238E27FC236}">
                <a16:creationId xmlns:a16="http://schemas.microsoft.com/office/drawing/2014/main" id="{7C96ECF6-8007-D3A1-0CD3-D3A2DE4EC741}"/>
              </a:ext>
            </a:extLst>
          </p:cNvPr>
          <p:cNvSpPr txBox="1"/>
          <p:nvPr userDrawn="1">
            <p:custDataLst>
              <p:tags r:id="rId49"/>
            </p:custDataLst>
          </p:nvPr>
        </p:nvSpPr>
        <p:spPr>
          <a:xfrm>
            <a:off x="7615238" y="6527607"/>
            <a:ext cx="3856408" cy="123111"/>
          </a:xfrm>
          <a:prstGeom prst="rect">
            <a:avLst/>
          </a:prstGeom>
        </p:spPr>
        <p:txBody>
          <a:bodyPr vert="horz" wrap="none" lIns="0" tIns="0" rIns="0" bIns="0" rtlCol="0" anchor="ctr">
            <a:noAutofit/>
          </a:bodyPr>
          <a:lstStyle>
            <a:defPPr>
              <a:defRPr lang="de-DE"/>
            </a:defPPr>
            <a:lvl1pPr>
              <a:defRPr sz="800"/>
            </a:lvl1pPr>
          </a:lstStyle>
          <a:p>
            <a:pPr lvl="0" algn="r"/>
            <a:r>
              <a:rPr lang="en-US" altLang="zh-SG">
                <a:solidFill>
                  <a:srgbClr val="878787"/>
                </a:solidFill>
              </a:rPr>
              <a:t>Copyright Schaeffler Technologies AG &amp; Co. KG, 2024 – All rights reserved. |</a:t>
            </a:r>
          </a:p>
        </p:txBody>
      </p:sp>
      <p:sp>
        <p:nvSpPr>
          <p:cNvPr id="94" name="en (FR)" hidden="1">
            <a:extLst>
              <a:ext uri="{FF2B5EF4-FFF2-40B4-BE49-F238E27FC236}">
                <a16:creationId xmlns:a16="http://schemas.microsoft.com/office/drawing/2014/main" id="{6D8ED63D-2140-F1D8-00A5-4707802295E6}"/>
              </a:ext>
            </a:extLst>
          </p:cNvPr>
          <p:cNvSpPr txBox="1"/>
          <p:nvPr userDrawn="1">
            <p:custDataLst>
              <p:tags r:id="rId50"/>
            </p:custDataLst>
          </p:nvPr>
        </p:nvSpPr>
        <p:spPr>
          <a:xfrm>
            <a:off x="7615238" y="6527607"/>
            <a:ext cx="3856408" cy="123111"/>
          </a:xfrm>
          <a:prstGeom prst="rect">
            <a:avLst/>
          </a:prstGeom>
        </p:spPr>
        <p:txBody>
          <a:bodyPr vert="horz" wrap="none" lIns="0" tIns="0" rIns="0" bIns="0" rtlCol="0" anchor="ctr">
            <a:noAutofit/>
          </a:bodyPr>
          <a:lstStyle>
            <a:defPPr>
              <a:defRPr lang="de-DE"/>
            </a:defPPr>
            <a:lvl1pPr>
              <a:defRPr sz="800"/>
            </a:lvl1pPr>
          </a:lstStyle>
          <a:p>
            <a:pPr lvl="0" algn="r"/>
            <a:r>
              <a:rPr lang="en-US" altLang="zh-SG">
                <a:solidFill>
                  <a:srgbClr val="878787"/>
                </a:solidFill>
              </a:rPr>
              <a:t>Copyright Schaeffler Aerospace Germany GmbH &amp; Co. KG, 2024 – All rights reserved. |</a:t>
            </a:r>
          </a:p>
        </p:txBody>
      </p:sp>
      <p:sp>
        <p:nvSpPr>
          <p:cNvPr id="95" name="en (RU)" hidden="1">
            <a:extLst>
              <a:ext uri="{FF2B5EF4-FFF2-40B4-BE49-F238E27FC236}">
                <a16:creationId xmlns:a16="http://schemas.microsoft.com/office/drawing/2014/main" id="{688AD97E-86EE-9957-155B-E9E878E3DD3B}"/>
              </a:ext>
            </a:extLst>
          </p:cNvPr>
          <p:cNvSpPr txBox="1"/>
          <p:nvPr userDrawn="1">
            <p:custDataLst>
              <p:tags r:id="rId51"/>
            </p:custDataLst>
          </p:nvPr>
        </p:nvSpPr>
        <p:spPr>
          <a:xfrm>
            <a:off x="7615238" y="6527607"/>
            <a:ext cx="3856408" cy="123111"/>
          </a:xfrm>
          <a:prstGeom prst="rect">
            <a:avLst/>
          </a:prstGeom>
        </p:spPr>
        <p:txBody>
          <a:bodyPr vert="horz" wrap="none" lIns="0" tIns="0" rIns="0" bIns="0" rtlCol="0" anchor="ctr">
            <a:noAutofit/>
          </a:bodyPr>
          <a:lstStyle>
            <a:defPPr>
              <a:defRPr lang="de-DE"/>
            </a:defPPr>
            <a:lvl1pPr>
              <a:defRPr sz="800"/>
            </a:lvl1pPr>
          </a:lstStyle>
          <a:p>
            <a:pPr lvl="0" algn="r"/>
            <a:r>
              <a:rPr lang="en-US" altLang="zh-SG">
                <a:solidFill>
                  <a:srgbClr val="878787"/>
                </a:solidFill>
              </a:rPr>
              <a:t>Copyright Schaeffler Automotive </a:t>
            </a:r>
            <a:r>
              <a:rPr lang="en-US" altLang="zh-SG" err="1">
                <a:solidFill>
                  <a:srgbClr val="878787"/>
                </a:solidFill>
              </a:rPr>
              <a:t>Buehl</a:t>
            </a:r>
            <a:r>
              <a:rPr lang="en-US" altLang="zh-SG">
                <a:solidFill>
                  <a:srgbClr val="878787"/>
                </a:solidFill>
              </a:rPr>
              <a:t> GmbH &amp; Co. KG, 2024 – All rights reserved. |</a:t>
            </a:r>
          </a:p>
        </p:txBody>
      </p:sp>
      <p:sp>
        <p:nvSpPr>
          <p:cNvPr id="96" name="en (JPN)" hidden="1">
            <a:extLst>
              <a:ext uri="{FF2B5EF4-FFF2-40B4-BE49-F238E27FC236}">
                <a16:creationId xmlns:a16="http://schemas.microsoft.com/office/drawing/2014/main" id="{862E64FB-F6EC-141A-A145-513C5AE71A28}"/>
              </a:ext>
            </a:extLst>
          </p:cNvPr>
          <p:cNvSpPr txBox="1"/>
          <p:nvPr userDrawn="1">
            <p:custDataLst>
              <p:tags r:id="rId52"/>
            </p:custDataLst>
          </p:nvPr>
        </p:nvSpPr>
        <p:spPr>
          <a:xfrm>
            <a:off x="7615238" y="6527607"/>
            <a:ext cx="3856408" cy="123111"/>
          </a:xfrm>
          <a:prstGeom prst="rect">
            <a:avLst/>
          </a:prstGeom>
        </p:spPr>
        <p:txBody>
          <a:bodyPr vert="horz" wrap="none" lIns="0" tIns="0" rIns="0" bIns="0" rtlCol="0" anchor="ctr">
            <a:noAutofit/>
          </a:bodyPr>
          <a:lstStyle>
            <a:defPPr>
              <a:defRPr lang="de-DE"/>
            </a:defPPr>
            <a:lvl1pPr>
              <a:defRPr sz="800"/>
            </a:lvl1pPr>
          </a:lstStyle>
          <a:p>
            <a:pPr lvl="0" algn="r"/>
            <a:r>
              <a:rPr lang="en-US" altLang="zh-SG">
                <a:solidFill>
                  <a:srgbClr val="878787"/>
                </a:solidFill>
              </a:rPr>
              <a:t>Copyright Schaeffler Automotive </a:t>
            </a:r>
            <a:r>
              <a:rPr lang="en-US" altLang="zh-SG" err="1">
                <a:solidFill>
                  <a:srgbClr val="878787"/>
                </a:solidFill>
              </a:rPr>
              <a:t>Buehl</a:t>
            </a:r>
            <a:r>
              <a:rPr lang="en-US" altLang="zh-SG">
                <a:solidFill>
                  <a:srgbClr val="878787"/>
                </a:solidFill>
              </a:rPr>
              <a:t> GmbH &amp; Co. KG, 2024 – All rights reserved. |</a:t>
            </a:r>
          </a:p>
        </p:txBody>
      </p:sp>
      <p:sp>
        <p:nvSpPr>
          <p:cNvPr id="97" name="en (ESP)" hidden="1">
            <a:extLst>
              <a:ext uri="{FF2B5EF4-FFF2-40B4-BE49-F238E27FC236}">
                <a16:creationId xmlns:a16="http://schemas.microsoft.com/office/drawing/2014/main" id="{4FBE9ACF-0374-8A06-15F6-19F04A6EEFEB}"/>
              </a:ext>
            </a:extLst>
          </p:cNvPr>
          <p:cNvSpPr txBox="1"/>
          <p:nvPr userDrawn="1">
            <p:custDataLst>
              <p:tags r:id="rId53"/>
            </p:custDataLst>
          </p:nvPr>
        </p:nvSpPr>
        <p:spPr>
          <a:xfrm>
            <a:off x="7615238" y="6527607"/>
            <a:ext cx="3856408" cy="123111"/>
          </a:xfrm>
          <a:prstGeom prst="rect">
            <a:avLst/>
          </a:prstGeom>
        </p:spPr>
        <p:txBody>
          <a:bodyPr vert="horz" wrap="none" lIns="0" tIns="0" rIns="0" bIns="0" rtlCol="0" anchor="ctr">
            <a:noAutofit/>
          </a:bodyPr>
          <a:lstStyle>
            <a:defPPr>
              <a:defRPr lang="de-DE"/>
            </a:defPPr>
            <a:lvl1pPr>
              <a:defRPr sz="800"/>
            </a:lvl1pPr>
          </a:lstStyle>
          <a:p>
            <a:pPr lvl="0" algn="r"/>
            <a:r>
              <a:rPr lang="en-US" altLang="zh-SG">
                <a:solidFill>
                  <a:srgbClr val="878787"/>
                </a:solidFill>
              </a:rPr>
              <a:t>Copyright Schaeffler Automotive </a:t>
            </a:r>
            <a:r>
              <a:rPr lang="en-US" altLang="zh-SG" err="1">
                <a:solidFill>
                  <a:srgbClr val="878787"/>
                </a:solidFill>
              </a:rPr>
              <a:t>Buehl</a:t>
            </a:r>
            <a:r>
              <a:rPr lang="en-US" altLang="zh-SG">
                <a:solidFill>
                  <a:srgbClr val="878787"/>
                </a:solidFill>
              </a:rPr>
              <a:t> GmbH &amp; Co. KG, 2024 – All rights reserved. |</a:t>
            </a:r>
          </a:p>
        </p:txBody>
      </p:sp>
      <p:sp>
        <p:nvSpPr>
          <p:cNvPr id="88" name="empower - DO NOT DELETE!!!" hidden="1">
            <a:extLst>
              <a:ext uri="{FF2B5EF4-FFF2-40B4-BE49-F238E27FC236}">
                <a16:creationId xmlns:a16="http://schemas.microsoft.com/office/drawing/2014/main" id="{FB957308-AD3E-D492-B1A1-958C859A1C6B}"/>
              </a:ext>
            </a:extLst>
          </p:cNvPr>
          <p:cNvSpPr/>
          <p:nvPr userDrawn="1">
            <p:custDataLst>
              <p:tags r:id="rId54"/>
            </p:custDataLst>
          </p:nvPr>
        </p:nvSpPr>
        <p:spPr>
          <a:xfrm>
            <a:off x="0" y="0"/>
            <a:ext cx="0" cy="0"/>
          </a:xfrm>
          <a:prstGeom prst="ellipse">
            <a:avLst/>
          </a:prstGeom>
          <a:solidFill>
            <a:srgbClr val="EBEB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72000" rIns="54000" bIns="72000" rtlCol="0" anchor="ctr"/>
          <a:lstStyle/>
          <a:p>
            <a:pPr algn="ctr">
              <a:lnSpc>
                <a:spcPct val="120000"/>
              </a:lnSpc>
              <a:spcBef>
                <a:spcPts val="600"/>
              </a:spcBef>
            </a:pPr>
            <a:endParaRPr lang="en-US" altLang="zh-SG" sz="12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72817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84" r:id="rId2"/>
    <p:sldLayoutId id="2147483685" r:id="rId3"/>
    <p:sldLayoutId id="2147483686" r:id="rId4"/>
    <p:sldLayoutId id="2147483687" r:id="rId5"/>
    <p:sldLayoutId id="2147483688" r:id="rId6"/>
    <p:sldLayoutId id="2147483689" r:id="rId7"/>
    <p:sldLayoutId id="2147483690" r:id="rId8"/>
    <p:sldLayoutId id="2147483691" r:id="rId9"/>
    <p:sldLayoutId id="2147483692" r:id="rId10"/>
    <p:sldLayoutId id="2147483693" r:id="rId11"/>
    <p:sldLayoutId id="2147483694" r:id="rId12"/>
    <p:sldLayoutId id="2147483695" r:id="rId13"/>
    <p:sldLayoutId id="2147483696" r:id="rId14"/>
    <p:sldLayoutId id="2147483697" r:id="rId15"/>
    <p:sldLayoutId id="2147483698" r:id="rId16"/>
    <p:sldLayoutId id="2147483699" r:id="rId17"/>
    <p:sldLayoutId id="2147483700" r:id="rId18"/>
    <p:sldLayoutId id="2147483701" r:id="rId19"/>
    <p:sldLayoutId id="2147483702" r:id="rId20"/>
    <p:sldLayoutId id="2147483703" r:id="rId21"/>
    <p:sldLayoutId id="2147483704" r:id="rId22"/>
    <p:sldLayoutId id="2147483705" r:id="rId23"/>
    <p:sldLayoutId id="2147483706" r:id="rId24"/>
    <p:sldLayoutId id="2147483707" r:id="rId25"/>
    <p:sldLayoutId id="2147483708" r:id="rId26"/>
    <p:sldLayoutId id="2147483709" r:id="rId27"/>
    <p:sldLayoutId id="2147483710" r:id="rId28"/>
    <p:sldLayoutId id="2147483711" r:id="rId29"/>
    <p:sldLayoutId id="2147483712" r:id="rId30"/>
    <p:sldLayoutId id="2147483713" r:id="rId31"/>
    <p:sldLayoutId id="2147483714" r:id="rId32"/>
    <p:sldLayoutId id="2147483715" r:id="rId33"/>
    <p:sldLayoutId id="2147483716" r:id="rId34"/>
    <p:sldLayoutId id="2147483717" r:id="rId35"/>
    <p:sldLayoutId id="2147483718" r:id="rId36"/>
    <p:sldLayoutId id="2147483719" r:id="rId37"/>
    <p:sldLayoutId id="2147483720" r:id="rId38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1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20000"/>
        </a:lnSpc>
        <a:spcBef>
          <a:spcPts val="600"/>
        </a:spcBef>
        <a:buFontTx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1pPr>
      <a:lvl2pPr marL="172800" indent="-172800" algn="l" defTabSz="914400" rtl="0" eaLnBrk="1" latinLnBrk="0" hangingPunct="1">
        <a:lnSpc>
          <a:spcPct val="120000"/>
        </a:lnSpc>
        <a:spcBef>
          <a:spcPts val="600"/>
        </a:spcBef>
        <a:buClr>
          <a:srgbClr val="237864"/>
        </a:buClr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345600" indent="-172800" algn="l" defTabSz="914400" rtl="0" eaLnBrk="1" latinLnBrk="0" hangingPunct="1">
        <a:lnSpc>
          <a:spcPct val="120000"/>
        </a:lnSpc>
        <a:spcBef>
          <a:spcPts val="600"/>
        </a:spcBef>
        <a:buClr>
          <a:srgbClr val="237864"/>
        </a:buClr>
        <a:buFont typeface="Symbol" panose="05050102010706020507" pitchFamily="18" charset="2"/>
        <a:buChar char="-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540000" indent="-172800" algn="l" defTabSz="914400" rtl="0" eaLnBrk="1" latinLnBrk="0" hangingPunct="1">
        <a:lnSpc>
          <a:spcPct val="120000"/>
        </a:lnSpc>
        <a:spcBef>
          <a:spcPts val="600"/>
        </a:spcBef>
        <a:buClr>
          <a:schemeClr val="tx1"/>
        </a:buClr>
        <a:buFont typeface="Symbol" panose="05050102010706020507" pitchFamily="18" charset="2"/>
        <a:buChar char="-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540000" indent="-172800" algn="l" defTabSz="914400" rtl="0" eaLnBrk="1" latinLnBrk="0" hangingPunct="1">
        <a:lnSpc>
          <a:spcPct val="120000"/>
        </a:lnSpc>
        <a:spcBef>
          <a:spcPts val="600"/>
        </a:spcBef>
        <a:buClr>
          <a:schemeClr val="tx1"/>
        </a:buClr>
        <a:buFont typeface="Symbol" panose="05050102010706020507" pitchFamily="18" charset="2"/>
        <a:buChar char="-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540000" indent="-172800" algn="l" defTabSz="914400" rtl="0" eaLnBrk="1" latinLnBrk="0" hangingPunct="1">
        <a:lnSpc>
          <a:spcPct val="120000"/>
        </a:lnSpc>
        <a:spcBef>
          <a:spcPts val="600"/>
        </a:spcBef>
        <a:buClr>
          <a:schemeClr val="tx1"/>
        </a:buClr>
        <a:buFont typeface="Symbol" panose="05050102010706020507" pitchFamily="18" charset="2"/>
        <a:buChar char="-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540000" indent="-172800" algn="l" defTabSz="914400" rtl="0" eaLnBrk="1" latinLnBrk="0" hangingPunct="1">
        <a:lnSpc>
          <a:spcPct val="120000"/>
        </a:lnSpc>
        <a:spcBef>
          <a:spcPts val="600"/>
        </a:spcBef>
        <a:buClr>
          <a:schemeClr val="tx1"/>
        </a:buClr>
        <a:buFont typeface="Symbol" panose="05050102010706020507" pitchFamily="18" charset="2"/>
        <a:buChar char="-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540000" indent="-172800" algn="l" defTabSz="914400" rtl="0" eaLnBrk="1" latinLnBrk="0" hangingPunct="1">
        <a:lnSpc>
          <a:spcPct val="120000"/>
        </a:lnSpc>
        <a:spcBef>
          <a:spcPts val="600"/>
        </a:spcBef>
        <a:buClr>
          <a:schemeClr val="tx1"/>
        </a:buClr>
        <a:buFont typeface="Symbol" panose="05050102010706020507" pitchFamily="18" charset="2"/>
        <a:buChar char="-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5" pos="302">
          <p15:clr>
            <a:srgbClr val="F26B43"/>
          </p15:clr>
        </p15:guide>
        <p15:guide id="6" pos="7378">
          <p15:clr>
            <a:srgbClr val="F26B43"/>
          </p15:clr>
        </p15:guide>
        <p15:guide id="7" orient="horz" pos="843">
          <p15:clr>
            <a:srgbClr val="F26B43"/>
          </p15:clr>
        </p15:guide>
        <p15:guide id="8" orient="horz" pos="3974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B4AE0247-C7CF-1DCE-F08B-E24A4A92B2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375" y="720000"/>
            <a:ext cx="8928625" cy="246221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de-DE" altLang="zh-SG"/>
              <a:t>Mastertitelformat</a:t>
            </a:r>
            <a:r>
              <a:rPr lang="zh-SG" altLang="de-DE"/>
              <a:t> </a:t>
            </a:r>
            <a:r>
              <a:rPr lang="de-DE" altLang="zh-SG"/>
              <a:t>bearbeiten</a:t>
            </a:r>
            <a:endParaRPr lang="zh-SG" altLang="de-DE" dirty="0"/>
          </a:p>
        </p:txBody>
      </p:sp>
      <p:sp>
        <p:nvSpPr>
          <p:cNvPr id="3" name="Content">
            <a:extLst>
              <a:ext uri="{FF2B5EF4-FFF2-40B4-BE49-F238E27FC236}">
                <a16:creationId xmlns:a16="http://schemas.microsoft.com/office/drawing/2014/main" id="{F63E6158-CFC5-8C45-CBE1-542BF5B989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9375" y="1340580"/>
            <a:ext cx="11233150" cy="482480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 altLang="zh-SG"/>
              <a:t>Mastertextformat</a:t>
            </a:r>
            <a:r>
              <a:rPr lang="zh-SG" altLang="de-DE"/>
              <a:t> </a:t>
            </a:r>
            <a:r>
              <a:rPr lang="de-DE" altLang="zh-SG"/>
              <a:t>bearbeiten</a:t>
            </a:r>
            <a:endParaRPr lang="zh-SG" altLang="de-DE" dirty="0"/>
          </a:p>
          <a:p>
            <a:pPr lvl="1"/>
            <a:r>
              <a:rPr lang="de-DE" altLang="zh-SG"/>
              <a:t>Zweite Ebene</a:t>
            </a:r>
            <a:endParaRPr lang="zh-SG" altLang="de-DE" dirty="0"/>
          </a:p>
          <a:p>
            <a:pPr lvl="2"/>
            <a:r>
              <a:rPr lang="de-DE" altLang="zh-SG"/>
              <a:t>Dritte Ebene</a:t>
            </a:r>
            <a:endParaRPr lang="zh-SG" altLang="de-DE" dirty="0"/>
          </a:p>
          <a:p>
            <a:pPr lvl="3"/>
            <a:r>
              <a:rPr lang="de-DE" altLang="zh-SG"/>
              <a:t>Vierte Ebene</a:t>
            </a:r>
            <a:endParaRPr lang="zh-SG" altLang="de-DE" dirty="0"/>
          </a:p>
          <a:p>
            <a:pPr lvl="4"/>
            <a:r>
              <a:rPr lang="de-DE" altLang="zh-SG"/>
              <a:t>Fünfte Ebene</a:t>
            </a:r>
            <a:endParaRPr lang="zh-SG" altLang="de-DE" dirty="0"/>
          </a:p>
          <a:p>
            <a:pPr lvl="5"/>
            <a:r>
              <a:rPr lang="de-DE" altLang="zh-SG"/>
              <a:t>Sechste Ebene</a:t>
            </a:r>
            <a:endParaRPr lang="zh-SG" altLang="de-DE" dirty="0"/>
          </a:p>
          <a:p>
            <a:pPr lvl="5"/>
            <a:r>
              <a:rPr lang="de-DE" altLang="zh-SG"/>
              <a:t>Siebte Ebene</a:t>
            </a:r>
            <a:endParaRPr lang="zh-SG" altLang="de-DE" dirty="0"/>
          </a:p>
          <a:p>
            <a:pPr lvl="6"/>
            <a:r>
              <a:rPr lang="de-DE" altLang="zh-SG"/>
              <a:t>Achte Ebene</a:t>
            </a:r>
            <a:endParaRPr lang="zh-SG" altLang="de-DE" dirty="0"/>
          </a:p>
          <a:p>
            <a:pPr lvl="7"/>
            <a:r>
              <a:rPr lang="de-DE" altLang="zh-SG"/>
              <a:t>Neunte Ebene</a:t>
            </a:r>
            <a:endParaRPr lang="zh-SG" altLang="de-DE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E4003BE-6DC3-F50E-8C1A-EBCFCFF329F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79422" y="6527607"/>
            <a:ext cx="1024616" cy="12311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fld id="{A47BBFBD-34BA-4459-B136-113C557AD1ED}" type="datetime6">
              <a:rPr lang="de-DE" altLang="zh-SG"/>
              <a:pPr/>
              <a:t>Mai 26</a:t>
            </a:fld>
            <a:endParaRPr lang="zh-SG" alt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11FFEBC-917A-B186-8FB4-C0C5AA2B3F9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77743" y="6527607"/>
            <a:ext cx="5642208" cy="12311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zh-SG" alt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E5812E0-949B-A2D4-3D5D-95F4138023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68100" y="6527607"/>
            <a:ext cx="244484" cy="12311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F4610F28-5C11-4E52-A7B2-F9D693A74473}" type="slidenum">
              <a:rPr lang="de-DE" altLang="zh-SG"/>
              <a:t>‹#›</a:t>
            </a:fld>
            <a:endParaRPr lang="zh-SG" altLang="de-DE" dirty="0"/>
          </a:p>
        </p:txBody>
      </p:sp>
      <p:cxnSp>
        <p:nvCxnSpPr>
          <p:cNvPr id="7" name="Straight Connector 4">
            <a:extLst>
              <a:ext uri="{FF2B5EF4-FFF2-40B4-BE49-F238E27FC236}">
                <a16:creationId xmlns:a16="http://schemas.microsoft.com/office/drawing/2014/main" id="{DE171B75-AA2A-1DE1-5063-7F629FAEC120}"/>
              </a:ext>
            </a:extLst>
          </p:cNvPr>
          <p:cNvCxnSpPr/>
          <p:nvPr/>
        </p:nvCxnSpPr>
        <p:spPr bwMode="gray">
          <a:xfrm>
            <a:off x="6168008" y="-189392"/>
            <a:ext cx="0" cy="9000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23">
            <a:extLst>
              <a:ext uri="{FF2B5EF4-FFF2-40B4-BE49-F238E27FC236}">
                <a16:creationId xmlns:a16="http://schemas.microsoft.com/office/drawing/2014/main" id="{599C3DDC-12C2-D485-0779-6C2AA6C59B53}"/>
              </a:ext>
            </a:extLst>
          </p:cNvPr>
          <p:cNvCxnSpPr/>
          <p:nvPr/>
        </p:nvCxnSpPr>
        <p:spPr bwMode="gray">
          <a:xfrm>
            <a:off x="6023992" y="-189392"/>
            <a:ext cx="0" cy="9000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24">
            <a:extLst>
              <a:ext uri="{FF2B5EF4-FFF2-40B4-BE49-F238E27FC236}">
                <a16:creationId xmlns:a16="http://schemas.microsoft.com/office/drawing/2014/main" id="{49D31C59-0CE0-CD0D-46D5-30A339DFF80D}"/>
              </a:ext>
            </a:extLst>
          </p:cNvPr>
          <p:cNvCxnSpPr/>
          <p:nvPr/>
        </p:nvCxnSpPr>
        <p:spPr bwMode="gray">
          <a:xfrm>
            <a:off x="4727848" y="-189392"/>
            <a:ext cx="0" cy="9000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26">
            <a:extLst>
              <a:ext uri="{FF2B5EF4-FFF2-40B4-BE49-F238E27FC236}">
                <a16:creationId xmlns:a16="http://schemas.microsoft.com/office/drawing/2014/main" id="{382DF3F6-648A-5219-3286-1A9B31D9025E}"/>
              </a:ext>
            </a:extLst>
          </p:cNvPr>
          <p:cNvCxnSpPr/>
          <p:nvPr/>
        </p:nvCxnSpPr>
        <p:spPr bwMode="gray">
          <a:xfrm>
            <a:off x="4583832" y="-189392"/>
            <a:ext cx="0" cy="9000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28">
            <a:extLst>
              <a:ext uri="{FF2B5EF4-FFF2-40B4-BE49-F238E27FC236}">
                <a16:creationId xmlns:a16="http://schemas.microsoft.com/office/drawing/2014/main" id="{FE60D2AD-9196-8EA6-7138-6D25B70C2074}"/>
              </a:ext>
            </a:extLst>
          </p:cNvPr>
          <p:cNvCxnSpPr/>
          <p:nvPr/>
        </p:nvCxnSpPr>
        <p:spPr bwMode="gray">
          <a:xfrm>
            <a:off x="7464152" y="-189392"/>
            <a:ext cx="0" cy="9000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29">
            <a:extLst>
              <a:ext uri="{FF2B5EF4-FFF2-40B4-BE49-F238E27FC236}">
                <a16:creationId xmlns:a16="http://schemas.microsoft.com/office/drawing/2014/main" id="{453EA128-1C2A-A4FB-5277-0BA073E26846}"/>
              </a:ext>
            </a:extLst>
          </p:cNvPr>
          <p:cNvCxnSpPr/>
          <p:nvPr/>
        </p:nvCxnSpPr>
        <p:spPr bwMode="gray">
          <a:xfrm>
            <a:off x="7608168" y="-189392"/>
            <a:ext cx="0" cy="9000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35">
            <a:extLst>
              <a:ext uri="{FF2B5EF4-FFF2-40B4-BE49-F238E27FC236}">
                <a16:creationId xmlns:a16="http://schemas.microsoft.com/office/drawing/2014/main" id="{15F2A9CA-E629-47BC-93F1-95F2D581DEB0}"/>
              </a:ext>
            </a:extLst>
          </p:cNvPr>
          <p:cNvCxnSpPr/>
          <p:nvPr/>
        </p:nvCxnSpPr>
        <p:spPr bwMode="gray">
          <a:xfrm>
            <a:off x="3287688" y="-189392"/>
            <a:ext cx="0" cy="9000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36">
            <a:extLst>
              <a:ext uri="{FF2B5EF4-FFF2-40B4-BE49-F238E27FC236}">
                <a16:creationId xmlns:a16="http://schemas.microsoft.com/office/drawing/2014/main" id="{47A675DF-6481-2754-9960-E602F8DF045A}"/>
              </a:ext>
            </a:extLst>
          </p:cNvPr>
          <p:cNvCxnSpPr/>
          <p:nvPr/>
        </p:nvCxnSpPr>
        <p:spPr bwMode="gray">
          <a:xfrm>
            <a:off x="3143672" y="-189392"/>
            <a:ext cx="0" cy="9000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37">
            <a:extLst>
              <a:ext uri="{FF2B5EF4-FFF2-40B4-BE49-F238E27FC236}">
                <a16:creationId xmlns:a16="http://schemas.microsoft.com/office/drawing/2014/main" id="{26F9AF0D-FC9C-EDA9-165D-E982738ED0BC}"/>
              </a:ext>
            </a:extLst>
          </p:cNvPr>
          <p:cNvCxnSpPr/>
          <p:nvPr/>
        </p:nvCxnSpPr>
        <p:spPr bwMode="gray">
          <a:xfrm>
            <a:off x="1847528" y="-189392"/>
            <a:ext cx="0" cy="9000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38">
            <a:extLst>
              <a:ext uri="{FF2B5EF4-FFF2-40B4-BE49-F238E27FC236}">
                <a16:creationId xmlns:a16="http://schemas.microsoft.com/office/drawing/2014/main" id="{865D49E9-1627-96D9-39EB-4D29B8085F05}"/>
              </a:ext>
            </a:extLst>
          </p:cNvPr>
          <p:cNvCxnSpPr/>
          <p:nvPr/>
        </p:nvCxnSpPr>
        <p:spPr bwMode="gray">
          <a:xfrm>
            <a:off x="1703512" y="-189392"/>
            <a:ext cx="0" cy="9000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39">
            <a:extLst>
              <a:ext uri="{FF2B5EF4-FFF2-40B4-BE49-F238E27FC236}">
                <a16:creationId xmlns:a16="http://schemas.microsoft.com/office/drawing/2014/main" id="{DD19C659-2CCA-167E-4839-E983BDF66032}"/>
              </a:ext>
            </a:extLst>
          </p:cNvPr>
          <p:cNvCxnSpPr/>
          <p:nvPr/>
        </p:nvCxnSpPr>
        <p:spPr bwMode="gray">
          <a:xfrm>
            <a:off x="335360" y="-189392"/>
            <a:ext cx="0" cy="9000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40">
            <a:extLst>
              <a:ext uri="{FF2B5EF4-FFF2-40B4-BE49-F238E27FC236}">
                <a16:creationId xmlns:a16="http://schemas.microsoft.com/office/drawing/2014/main" id="{AC3427F3-C0B3-E03F-0BEA-CB6881C206D6}"/>
              </a:ext>
            </a:extLst>
          </p:cNvPr>
          <p:cNvCxnSpPr/>
          <p:nvPr/>
        </p:nvCxnSpPr>
        <p:spPr bwMode="gray">
          <a:xfrm>
            <a:off x="8904312" y="-189392"/>
            <a:ext cx="0" cy="9000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41">
            <a:extLst>
              <a:ext uri="{FF2B5EF4-FFF2-40B4-BE49-F238E27FC236}">
                <a16:creationId xmlns:a16="http://schemas.microsoft.com/office/drawing/2014/main" id="{5F336E89-1DC8-AC90-8A12-FC854125D3DF}"/>
              </a:ext>
            </a:extLst>
          </p:cNvPr>
          <p:cNvCxnSpPr/>
          <p:nvPr/>
        </p:nvCxnSpPr>
        <p:spPr bwMode="gray">
          <a:xfrm>
            <a:off x="9048328" y="-189392"/>
            <a:ext cx="0" cy="9000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42">
            <a:extLst>
              <a:ext uri="{FF2B5EF4-FFF2-40B4-BE49-F238E27FC236}">
                <a16:creationId xmlns:a16="http://schemas.microsoft.com/office/drawing/2014/main" id="{55C33C20-A074-D374-4C65-D4623B81230F}"/>
              </a:ext>
            </a:extLst>
          </p:cNvPr>
          <p:cNvCxnSpPr/>
          <p:nvPr/>
        </p:nvCxnSpPr>
        <p:spPr bwMode="gray">
          <a:xfrm>
            <a:off x="10344472" y="-189392"/>
            <a:ext cx="0" cy="9000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43">
            <a:extLst>
              <a:ext uri="{FF2B5EF4-FFF2-40B4-BE49-F238E27FC236}">
                <a16:creationId xmlns:a16="http://schemas.microsoft.com/office/drawing/2014/main" id="{F242C792-3892-FFA4-6CDD-4D3118B03044}"/>
              </a:ext>
            </a:extLst>
          </p:cNvPr>
          <p:cNvCxnSpPr/>
          <p:nvPr/>
        </p:nvCxnSpPr>
        <p:spPr bwMode="gray">
          <a:xfrm>
            <a:off x="10488488" y="-189392"/>
            <a:ext cx="0" cy="9000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44">
            <a:extLst>
              <a:ext uri="{FF2B5EF4-FFF2-40B4-BE49-F238E27FC236}">
                <a16:creationId xmlns:a16="http://schemas.microsoft.com/office/drawing/2014/main" id="{4C583551-ECC6-0561-061E-AD35E3D1FD10}"/>
              </a:ext>
            </a:extLst>
          </p:cNvPr>
          <p:cNvCxnSpPr/>
          <p:nvPr/>
        </p:nvCxnSpPr>
        <p:spPr bwMode="gray">
          <a:xfrm>
            <a:off x="11856640" y="-189392"/>
            <a:ext cx="0" cy="9000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9">
            <a:extLst>
              <a:ext uri="{FF2B5EF4-FFF2-40B4-BE49-F238E27FC236}">
                <a16:creationId xmlns:a16="http://schemas.microsoft.com/office/drawing/2014/main" id="{CF49800E-BCAE-FB1E-ED95-E5260B05D8D8}"/>
              </a:ext>
            </a:extLst>
          </p:cNvPr>
          <p:cNvCxnSpPr/>
          <p:nvPr/>
        </p:nvCxnSpPr>
        <p:spPr bwMode="gray">
          <a:xfrm>
            <a:off x="-240704" y="1340768"/>
            <a:ext cx="90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46">
            <a:extLst>
              <a:ext uri="{FF2B5EF4-FFF2-40B4-BE49-F238E27FC236}">
                <a16:creationId xmlns:a16="http://schemas.microsoft.com/office/drawing/2014/main" id="{B628D4CD-AD53-143F-5E1F-471804AF93EB}"/>
              </a:ext>
            </a:extLst>
          </p:cNvPr>
          <p:cNvCxnSpPr/>
          <p:nvPr/>
        </p:nvCxnSpPr>
        <p:spPr bwMode="gray">
          <a:xfrm>
            <a:off x="-240704" y="6309320"/>
            <a:ext cx="90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47">
            <a:extLst>
              <a:ext uri="{FF2B5EF4-FFF2-40B4-BE49-F238E27FC236}">
                <a16:creationId xmlns:a16="http://schemas.microsoft.com/office/drawing/2014/main" id="{5EDA6EEF-73CF-FE09-192B-F0717C466724}"/>
              </a:ext>
            </a:extLst>
          </p:cNvPr>
          <p:cNvCxnSpPr/>
          <p:nvPr/>
        </p:nvCxnSpPr>
        <p:spPr bwMode="gray">
          <a:xfrm>
            <a:off x="-240704" y="1628800"/>
            <a:ext cx="90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32">
            <a:extLst>
              <a:ext uri="{FF2B5EF4-FFF2-40B4-BE49-F238E27FC236}">
                <a16:creationId xmlns:a16="http://schemas.microsoft.com/office/drawing/2014/main" id="{F0C7867B-6061-845E-7919-B239A10F7E4C}"/>
              </a:ext>
            </a:extLst>
          </p:cNvPr>
          <p:cNvCxnSpPr/>
          <p:nvPr/>
        </p:nvCxnSpPr>
        <p:spPr bwMode="gray">
          <a:xfrm>
            <a:off x="6312024" y="-189392"/>
            <a:ext cx="0" cy="90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33">
            <a:extLst>
              <a:ext uri="{FF2B5EF4-FFF2-40B4-BE49-F238E27FC236}">
                <a16:creationId xmlns:a16="http://schemas.microsoft.com/office/drawing/2014/main" id="{994CF3DB-DC86-C820-E5C0-A4885BB0BD2A}"/>
              </a:ext>
            </a:extLst>
          </p:cNvPr>
          <p:cNvCxnSpPr/>
          <p:nvPr/>
        </p:nvCxnSpPr>
        <p:spPr bwMode="gray">
          <a:xfrm>
            <a:off x="4871864" y="-189392"/>
            <a:ext cx="0" cy="90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34">
            <a:extLst>
              <a:ext uri="{FF2B5EF4-FFF2-40B4-BE49-F238E27FC236}">
                <a16:creationId xmlns:a16="http://schemas.microsoft.com/office/drawing/2014/main" id="{46F789E4-1CA3-30F9-383D-4A47F4A93140}"/>
              </a:ext>
            </a:extLst>
          </p:cNvPr>
          <p:cNvCxnSpPr/>
          <p:nvPr/>
        </p:nvCxnSpPr>
        <p:spPr bwMode="gray">
          <a:xfrm>
            <a:off x="7752184" y="-189392"/>
            <a:ext cx="0" cy="90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45">
            <a:extLst>
              <a:ext uri="{FF2B5EF4-FFF2-40B4-BE49-F238E27FC236}">
                <a16:creationId xmlns:a16="http://schemas.microsoft.com/office/drawing/2014/main" id="{A15C04BC-E8AD-D67D-7A37-CE66BD8108D3}"/>
              </a:ext>
            </a:extLst>
          </p:cNvPr>
          <p:cNvCxnSpPr/>
          <p:nvPr/>
        </p:nvCxnSpPr>
        <p:spPr bwMode="gray">
          <a:xfrm>
            <a:off x="3431704" y="-189392"/>
            <a:ext cx="0" cy="90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48">
            <a:extLst>
              <a:ext uri="{FF2B5EF4-FFF2-40B4-BE49-F238E27FC236}">
                <a16:creationId xmlns:a16="http://schemas.microsoft.com/office/drawing/2014/main" id="{B2B1FFC2-A967-9992-BF92-539258A03BDF}"/>
              </a:ext>
            </a:extLst>
          </p:cNvPr>
          <p:cNvCxnSpPr/>
          <p:nvPr/>
        </p:nvCxnSpPr>
        <p:spPr bwMode="gray">
          <a:xfrm>
            <a:off x="1991544" y="-189392"/>
            <a:ext cx="0" cy="90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49">
            <a:extLst>
              <a:ext uri="{FF2B5EF4-FFF2-40B4-BE49-F238E27FC236}">
                <a16:creationId xmlns:a16="http://schemas.microsoft.com/office/drawing/2014/main" id="{02C3F396-ACB8-5666-11C9-65988885B904}"/>
              </a:ext>
            </a:extLst>
          </p:cNvPr>
          <p:cNvCxnSpPr/>
          <p:nvPr/>
        </p:nvCxnSpPr>
        <p:spPr bwMode="gray">
          <a:xfrm>
            <a:off x="9192344" y="-189392"/>
            <a:ext cx="0" cy="90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50">
            <a:extLst>
              <a:ext uri="{FF2B5EF4-FFF2-40B4-BE49-F238E27FC236}">
                <a16:creationId xmlns:a16="http://schemas.microsoft.com/office/drawing/2014/main" id="{C56B92D2-E114-4A46-6E6A-9267816179F5}"/>
              </a:ext>
            </a:extLst>
          </p:cNvPr>
          <p:cNvCxnSpPr/>
          <p:nvPr/>
        </p:nvCxnSpPr>
        <p:spPr bwMode="gray">
          <a:xfrm>
            <a:off x="10632504" y="-189392"/>
            <a:ext cx="0" cy="90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51">
            <a:extLst>
              <a:ext uri="{FF2B5EF4-FFF2-40B4-BE49-F238E27FC236}">
                <a16:creationId xmlns:a16="http://schemas.microsoft.com/office/drawing/2014/main" id="{B0901BAB-DBF3-B595-14E3-B41ED1629B56}"/>
              </a:ext>
            </a:extLst>
          </p:cNvPr>
          <p:cNvCxnSpPr/>
          <p:nvPr/>
        </p:nvCxnSpPr>
        <p:spPr bwMode="gray">
          <a:xfrm>
            <a:off x="5879976" y="-189392"/>
            <a:ext cx="0" cy="90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52">
            <a:extLst>
              <a:ext uri="{FF2B5EF4-FFF2-40B4-BE49-F238E27FC236}">
                <a16:creationId xmlns:a16="http://schemas.microsoft.com/office/drawing/2014/main" id="{3A3B61FA-2541-49C7-73A4-3C1EF58217D2}"/>
              </a:ext>
            </a:extLst>
          </p:cNvPr>
          <p:cNvCxnSpPr/>
          <p:nvPr/>
        </p:nvCxnSpPr>
        <p:spPr bwMode="gray">
          <a:xfrm>
            <a:off x="4439816" y="-189392"/>
            <a:ext cx="0" cy="90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53">
            <a:extLst>
              <a:ext uri="{FF2B5EF4-FFF2-40B4-BE49-F238E27FC236}">
                <a16:creationId xmlns:a16="http://schemas.microsoft.com/office/drawing/2014/main" id="{36F83073-0558-62B3-125A-6FD45FCDDB20}"/>
              </a:ext>
            </a:extLst>
          </p:cNvPr>
          <p:cNvCxnSpPr/>
          <p:nvPr/>
        </p:nvCxnSpPr>
        <p:spPr bwMode="gray">
          <a:xfrm>
            <a:off x="7320136" y="-189392"/>
            <a:ext cx="0" cy="90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54">
            <a:extLst>
              <a:ext uri="{FF2B5EF4-FFF2-40B4-BE49-F238E27FC236}">
                <a16:creationId xmlns:a16="http://schemas.microsoft.com/office/drawing/2014/main" id="{D27B1371-A90C-8CE2-C1ED-899641C034C0}"/>
              </a:ext>
            </a:extLst>
          </p:cNvPr>
          <p:cNvCxnSpPr/>
          <p:nvPr/>
        </p:nvCxnSpPr>
        <p:spPr bwMode="gray">
          <a:xfrm>
            <a:off x="2999656" y="-189392"/>
            <a:ext cx="0" cy="90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55">
            <a:extLst>
              <a:ext uri="{FF2B5EF4-FFF2-40B4-BE49-F238E27FC236}">
                <a16:creationId xmlns:a16="http://schemas.microsoft.com/office/drawing/2014/main" id="{D05E774B-D745-5462-63C2-3CEE39DCDB68}"/>
              </a:ext>
            </a:extLst>
          </p:cNvPr>
          <p:cNvCxnSpPr/>
          <p:nvPr/>
        </p:nvCxnSpPr>
        <p:spPr bwMode="gray">
          <a:xfrm>
            <a:off x="1559496" y="-189392"/>
            <a:ext cx="0" cy="90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56">
            <a:extLst>
              <a:ext uri="{FF2B5EF4-FFF2-40B4-BE49-F238E27FC236}">
                <a16:creationId xmlns:a16="http://schemas.microsoft.com/office/drawing/2014/main" id="{0D217093-6E4A-98BD-0D0D-CFCA771D7700}"/>
              </a:ext>
            </a:extLst>
          </p:cNvPr>
          <p:cNvCxnSpPr/>
          <p:nvPr/>
        </p:nvCxnSpPr>
        <p:spPr bwMode="gray">
          <a:xfrm>
            <a:off x="8760296" y="-189392"/>
            <a:ext cx="0" cy="90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57">
            <a:extLst>
              <a:ext uri="{FF2B5EF4-FFF2-40B4-BE49-F238E27FC236}">
                <a16:creationId xmlns:a16="http://schemas.microsoft.com/office/drawing/2014/main" id="{77FF41E2-5532-923D-472F-00CE8C2DF7CD}"/>
              </a:ext>
            </a:extLst>
          </p:cNvPr>
          <p:cNvCxnSpPr/>
          <p:nvPr/>
        </p:nvCxnSpPr>
        <p:spPr bwMode="gray">
          <a:xfrm>
            <a:off x="10200456" y="-189392"/>
            <a:ext cx="0" cy="90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58">
            <a:extLst>
              <a:ext uri="{FF2B5EF4-FFF2-40B4-BE49-F238E27FC236}">
                <a16:creationId xmlns:a16="http://schemas.microsoft.com/office/drawing/2014/main" id="{7B02F80F-A04A-0504-6EC3-B45183A5FBF3}"/>
              </a:ext>
            </a:extLst>
          </p:cNvPr>
          <p:cNvCxnSpPr/>
          <p:nvPr/>
        </p:nvCxnSpPr>
        <p:spPr bwMode="gray">
          <a:xfrm>
            <a:off x="479376" y="-189392"/>
            <a:ext cx="0" cy="90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59">
            <a:extLst>
              <a:ext uri="{FF2B5EF4-FFF2-40B4-BE49-F238E27FC236}">
                <a16:creationId xmlns:a16="http://schemas.microsoft.com/office/drawing/2014/main" id="{E97FBD3C-9D11-1E33-9E58-1D0573868365}"/>
              </a:ext>
            </a:extLst>
          </p:cNvPr>
          <p:cNvCxnSpPr/>
          <p:nvPr/>
        </p:nvCxnSpPr>
        <p:spPr bwMode="gray">
          <a:xfrm>
            <a:off x="11712624" y="-189392"/>
            <a:ext cx="0" cy="90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60">
            <a:extLst>
              <a:ext uri="{FF2B5EF4-FFF2-40B4-BE49-F238E27FC236}">
                <a16:creationId xmlns:a16="http://schemas.microsoft.com/office/drawing/2014/main" id="{1E45FF18-04A9-3D6F-EF30-0FAECA8FC1E4}"/>
              </a:ext>
            </a:extLst>
          </p:cNvPr>
          <p:cNvCxnSpPr/>
          <p:nvPr/>
        </p:nvCxnSpPr>
        <p:spPr bwMode="gray">
          <a:xfrm>
            <a:off x="-240704" y="1484784"/>
            <a:ext cx="90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61">
            <a:extLst>
              <a:ext uri="{FF2B5EF4-FFF2-40B4-BE49-F238E27FC236}">
                <a16:creationId xmlns:a16="http://schemas.microsoft.com/office/drawing/2014/main" id="{5AFA40FA-C41B-E7B6-C0B1-C30A59E469F0}"/>
              </a:ext>
            </a:extLst>
          </p:cNvPr>
          <p:cNvCxnSpPr/>
          <p:nvPr/>
        </p:nvCxnSpPr>
        <p:spPr bwMode="gray">
          <a:xfrm>
            <a:off x="-240704" y="6165304"/>
            <a:ext cx="90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62">
            <a:extLst>
              <a:ext uri="{FF2B5EF4-FFF2-40B4-BE49-F238E27FC236}">
                <a16:creationId xmlns:a16="http://schemas.microsoft.com/office/drawing/2014/main" id="{1581303F-B3EC-8E1B-A1E1-7C8785710FF3}"/>
              </a:ext>
            </a:extLst>
          </p:cNvPr>
          <p:cNvCxnSpPr/>
          <p:nvPr/>
        </p:nvCxnSpPr>
        <p:spPr bwMode="gray">
          <a:xfrm>
            <a:off x="-240704" y="6021288"/>
            <a:ext cx="90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5" name="Grafik 44">
            <a:extLst>
              <a:ext uri="{FF2B5EF4-FFF2-40B4-BE49-F238E27FC236}">
                <a16:creationId xmlns:a16="http://schemas.microsoft.com/office/drawing/2014/main" id="{F9C4586C-AE10-4B41-CEAA-296FE383E6F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5"/>
              </a:ext>
            </a:extLst>
          </a:blip>
          <a:stretch>
            <a:fillRect/>
          </a:stretch>
        </p:blipFill>
        <p:spPr>
          <a:xfrm>
            <a:off x="10092526" y="477000"/>
            <a:ext cx="1620000" cy="181032"/>
          </a:xfrm>
          <a:prstGeom prst="rect">
            <a:avLst/>
          </a:prstGeom>
        </p:spPr>
      </p:pic>
      <p:sp>
        <p:nvSpPr>
          <p:cNvPr id="46" name="empower - DO NOT DELETE!!!">
            <a:extLst>
              <a:ext uri="{FF2B5EF4-FFF2-40B4-BE49-F238E27FC236}">
                <a16:creationId xmlns:a16="http://schemas.microsoft.com/office/drawing/2014/main" id="{07B13A24-35EF-1AFB-79B6-BBB95D9825B9}"/>
              </a:ext>
            </a:extLst>
          </p:cNvPr>
          <p:cNvSpPr/>
          <p:nvPr>
            <p:custDataLst>
              <p:tags r:id="rId41"/>
            </p:custDataLst>
          </p:nvPr>
        </p:nvSpPr>
        <p:spPr>
          <a:xfrm>
            <a:off x="0" y="0"/>
            <a:ext cx="0" cy="0"/>
          </a:xfrm>
          <a:prstGeom prst="ellipse">
            <a:avLst/>
          </a:prstGeom>
          <a:solidFill>
            <a:srgbClr val="EBEB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72000" rIns="54000" bIns="72000" rtlCol="0" anchor="ctr"/>
          <a:lstStyle/>
          <a:p>
            <a:pPr lvl="0" algn="ctr">
              <a:lnSpc>
                <a:spcPct val="120000"/>
              </a:lnSpc>
              <a:spcBef>
                <a:spcPts val="600"/>
              </a:spcBef>
            </a:pPr>
            <a:endParaRPr lang="zh-SG" altLang="de-DE" sz="1200" dirty="0">
              <a:solidFill>
                <a:schemeClr val="tx1"/>
              </a:solidFill>
            </a:endParaRPr>
          </a:p>
        </p:txBody>
      </p:sp>
      <p:sp>
        <p:nvSpPr>
          <p:cNvPr id="49" name="Rechteck 48" hidden="1">
            <a:extLst>
              <a:ext uri="{FF2B5EF4-FFF2-40B4-BE49-F238E27FC236}">
                <a16:creationId xmlns:a16="http://schemas.microsoft.com/office/drawing/2014/main" id="{1CC66FD3-DD42-DB8C-2390-847D71D42A73}"/>
              </a:ext>
            </a:extLst>
          </p:cNvPr>
          <p:cNvSpPr/>
          <p:nvPr>
            <p:custDataLst>
              <p:tags r:id="rId42"/>
            </p:custDataLst>
          </p:nvPr>
        </p:nvSpPr>
        <p:spPr>
          <a:xfrm>
            <a:off x="9912526" y="297516"/>
            <a:ext cx="1980000" cy="514490"/>
          </a:xfrm>
          <a:prstGeom prst="rect">
            <a:avLst/>
          </a:prstGeom>
          <a:solidFill>
            <a:srgbClr val="EBEB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72000" rIns="54000" bIns="72000" rtlCol="0" anchor="ctr"/>
          <a:lstStyle/>
          <a:p>
            <a:pPr lvl="0" algn="ctr">
              <a:lnSpc>
                <a:spcPct val="120000"/>
              </a:lnSpc>
              <a:spcBef>
                <a:spcPts val="600"/>
              </a:spcBef>
            </a:pPr>
            <a:endParaRPr lang="zh-SG" altLang="de-DE" sz="1200" dirty="0">
              <a:solidFill>
                <a:schemeClr val="tx1"/>
              </a:solidFill>
            </a:endParaRPr>
          </a:p>
        </p:txBody>
      </p:sp>
      <p:cxnSp>
        <p:nvCxnSpPr>
          <p:cNvPr id="50" name="Straight Connector 4">
            <a:extLst>
              <a:ext uri="{FF2B5EF4-FFF2-40B4-BE49-F238E27FC236}">
                <a16:creationId xmlns:a16="http://schemas.microsoft.com/office/drawing/2014/main" id="{EE08DDD8-E0B8-ABA8-C961-4A5242777C9B}"/>
              </a:ext>
            </a:extLst>
          </p:cNvPr>
          <p:cNvCxnSpPr/>
          <p:nvPr/>
        </p:nvCxnSpPr>
        <p:spPr bwMode="gray">
          <a:xfrm>
            <a:off x="6168008" y="-189392"/>
            <a:ext cx="0" cy="9000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23">
            <a:extLst>
              <a:ext uri="{FF2B5EF4-FFF2-40B4-BE49-F238E27FC236}">
                <a16:creationId xmlns:a16="http://schemas.microsoft.com/office/drawing/2014/main" id="{3A1A6A83-E41E-557C-AE8B-80240320AEEC}"/>
              </a:ext>
            </a:extLst>
          </p:cNvPr>
          <p:cNvCxnSpPr/>
          <p:nvPr/>
        </p:nvCxnSpPr>
        <p:spPr bwMode="gray">
          <a:xfrm>
            <a:off x="6023992" y="-189392"/>
            <a:ext cx="0" cy="9000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24">
            <a:extLst>
              <a:ext uri="{FF2B5EF4-FFF2-40B4-BE49-F238E27FC236}">
                <a16:creationId xmlns:a16="http://schemas.microsoft.com/office/drawing/2014/main" id="{19D231A6-2314-6743-DCAE-8B228362CA30}"/>
              </a:ext>
            </a:extLst>
          </p:cNvPr>
          <p:cNvCxnSpPr/>
          <p:nvPr/>
        </p:nvCxnSpPr>
        <p:spPr bwMode="gray">
          <a:xfrm>
            <a:off x="4727848" y="-189392"/>
            <a:ext cx="0" cy="9000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26">
            <a:extLst>
              <a:ext uri="{FF2B5EF4-FFF2-40B4-BE49-F238E27FC236}">
                <a16:creationId xmlns:a16="http://schemas.microsoft.com/office/drawing/2014/main" id="{3AAB3263-5EA9-579C-2A70-262BBC5A7B34}"/>
              </a:ext>
            </a:extLst>
          </p:cNvPr>
          <p:cNvCxnSpPr/>
          <p:nvPr/>
        </p:nvCxnSpPr>
        <p:spPr bwMode="gray">
          <a:xfrm>
            <a:off x="4583832" y="-189392"/>
            <a:ext cx="0" cy="9000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28">
            <a:extLst>
              <a:ext uri="{FF2B5EF4-FFF2-40B4-BE49-F238E27FC236}">
                <a16:creationId xmlns:a16="http://schemas.microsoft.com/office/drawing/2014/main" id="{EAB77F55-2E10-7892-056B-E0F305FF49B5}"/>
              </a:ext>
            </a:extLst>
          </p:cNvPr>
          <p:cNvCxnSpPr/>
          <p:nvPr/>
        </p:nvCxnSpPr>
        <p:spPr bwMode="gray">
          <a:xfrm>
            <a:off x="7464152" y="-189392"/>
            <a:ext cx="0" cy="9000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29">
            <a:extLst>
              <a:ext uri="{FF2B5EF4-FFF2-40B4-BE49-F238E27FC236}">
                <a16:creationId xmlns:a16="http://schemas.microsoft.com/office/drawing/2014/main" id="{6DAF9430-E864-CDAD-0DC9-AAE17E75EEF7}"/>
              </a:ext>
            </a:extLst>
          </p:cNvPr>
          <p:cNvCxnSpPr/>
          <p:nvPr/>
        </p:nvCxnSpPr>
        <p:spPr bwMode="gray">
          <a:xfrm>
            <a:off x="7608168" y="-189392"/>
            <a:ext cx="0" cy="9000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35">
            <a:extLst>
              <a:ext uri="{FF2B5EF4-FFF2-40B4-BE49-F238E27FC236}">
                <a16:creationId xmlns:a16="http://schemas.microsoft.com/office/drawing/2014/main" id="{976FCB41-59CB-A93C-BDB7-5BDE4F04F5B3}"/>
              </a:ext>
            </a:extLst>
          </p:cNvPr>
          <p:cNvCxnSpPr/>
          <p:nvPr/>
        </p:nvCxnSpPr>
        <p:spPr bwMode="gray">
          <a:xfrm>
            <a:off x="3287688" y="-189392"/>
            <a:ext cx="0" cy="9000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36">
            <a:extLst>
              <a:ext uri="{FF2B5EF4-FFF2-40B4-BE49-F238E27FC236}">
                <a16:creationId xmlns:a16="http://schemas.microsoft.com/office/drawing/2014/main" id="{3FB19D06-F322-E9C1-0343-8FDFE6124376}"/>
              </a:ext>
            </a:extLst>
          </p:cNvPr>
          <p:cNvCxnSpPr/>
          <p:nvPr/>
        </p:nvCxnSpPr>
        <p:spPr bwMode="gray">
          <a:xfrm>
            <a:off x="3143672" y="-189392"/>
            <a:ext cx="0" cy="9000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37">
            <a:extLst>
              <a:ext uri="{FF2B5EF4-FFF2-40B4-BE49-F238E27FC236}">
                <a16:creationId xmlns:a16="http://schemas.microsoft.com/office/drawing/2014/main" id="{2BB1C7FE-6995-1E6A-0CEB-0329BEF6FB6A}"/>
              </a:ext>
            </a:extLst>
          </p:cNvPr>
          <p:cNvCxnSpPr/>
          <p:nvPr/>
        </p:nvCxnSpPr>
        <p:spPr bwMode="gray">
          <a:xfrm>
            <a:off x="1847528" y="-189392"/>
            <a:ext cx="0" cy="9000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38">
            <a:extLst>
              <a:ext uri="{FF2B5EF4-FFF2-40B4-BE49-F238E27FC236}">
                <a16:creationId xmlns:a16="http://schemas.microsoft.com/office/drawing/2014/main" id="{3E572205-FF66-8A0C-4622-C2C0B703C844}"/>
              </a:ext>
            </a:extLst>
          </p:cNvPr>
          <p:cNvCxnSpPr/>
          <p:nvPr/>
        </p:nvCxnSpPr>
        <p:spPr bwMode="gray">
          <a:xfrm>
            <a:off x="1703512" y="-189392"/>
            <a:ext cx="0" cy="9000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39">
            <a:extLst>
              <a:ext uri="{FF2B5EF4-FFF2-40B4-BE49-F238E27FC236}">
                <a16:creationId xmlns:a16="http://schemas.microsoft.com/office/drawing/2014/main" id="{AC921497-88A3-355B-8E4C-FCEC49046D21}"/>
              </a:ext>
            </a:extLst>
          </p:cNvPr>
          <p:cNvCxnSpPr/>
          <p:nvPr/>
        </p:nvCxnSpPr>
        <p:spPr bwMode="gray">
          <a:xfrm>
            <a:off x="335360" y="-189392"/>
            <a:ext cx="0" cy="9000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40">
            <a:extLst>
              <a:ext uri="{FF2B5EF4-FFF2-40B4-BE49-F238E27FC236}">
                <a16:creationId xmlns:a16="http://schemas.microsoft.com/office/drawing/2014/main" id="{5E30F394-E4F1-7965-A63E-8D69114D4837}"/>
              </a:ext>
            </a:extLst>
          </p:cNvPr>
          <p:cNvCxnSpPr/>
          <p:nvPr/>
        </p:nvCxnSpPr>
        <p:spPr bwMode="gray">
          <a:xfrm>
            <a:off x="8904312" y="-189392"/>
            <a:ext cx="0" cy="9000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41">
            <a:extLst>
              <a:ext uri="{FF2B5EF4-FFF2-40B4-BE49-F238E27FC236}">
                <a16:creationId xmlns:a16="http://schemas.microsoft.com/office/drawing/2014/main" id="{9EB63C7A-3956-FF43-DBC8-AC876FC1EE79}"/>
              </a:ext>
            </a:extLst>
          </p:cNvPr>
          <p:cNvCxnSpPr/>
          <p:nvPr/>
        </p:nvCxnSpPr>
        <p:spPr bwMode="gray">
          <a:xfrm>
            <a:off x="9048328" y="-189392"/>
            <a:ext cx="0" cy="9000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42">
            <a:extLst>
              <a:ext uri="{FF2B5EF4-FFF2-40B4-BE49-F238E27FC236}">
                <a16:creationId xmlns:a16="http://schemas.microsoft.com/office/drawing/2014/main" id="{715260CC-9329-D505-B50B-BB52D1763C80}"/>
              </a:ext>
            </a:extLst>
          </p:cNvPr>
          <p:cNvCxnSpPr/>
          <p:nvPr/>
        </p:nvCxnSpPr>
        <p:spPr bwMode="gray">
          <a:xfrm>
            <a:off x="10344472" y="-189392"/>
            <a:ext cx="0" cy="9000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43">
            <a:extLst>
              <a:ext uri="{FF2B5EF4-FFF2-40B4-BE49-F238E27FC236}">
                <a16:creationId xmlns:a16="http://schemas.microsoft.com/office/drawing/2014/main" id="{C3523AB2-5A9A-2381-7691-48BFDAA7785E}"/>
              </a:ext>
            </a:extLst>
          </p:cNvPr>
          <p:cNvCxnSpPr/>
          <p:nvPr/>
        </p:nvCxnSpPr>
        <p:spPr bwMode="gray">
          <a:xfrm>
            <a:off x="10488488" y="-189392"/>
            <a:ext cx="0" cy="9000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44">
            <a:extLst>
              <a:ext uri="{FF2B5EF4-FFF2-40B4-BE49-F238E27FC236}">
                <a16:creationId xmlns:a16="http://schemas.microsoft.com/office/drawing/2014/main" id="{D5241D39-FCC7-AAA8-47C7-98AC86D647BD}"/>
              </a:ext>
            </a:extLst>
          </p:cNvPr>
          <p:cNvCxnSpPr/>
          <p:nvPr/>
        </p:nvCxnSpPr>
        <p:spPr bwMode="gray">
          <a:xfrm>
            <a:off x="11856640" y="-189392"/>
            <a:ext cx="0" cy="9000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9">
            <a:extLst>
              <a:ext uri="{FF2B5EF4-FFF2-40B4-BE49-F238E27FC236}">
                <a16:creationId xmlns:a16="http://schemas.microsoft.com/office/drawing/2014/main" id="{32968F97-9B07-D1F1-A0B8-E8717B4B8CA3}"/>
              </a:ext>
            </a:extLst>
          </p:cNvPr>
          <p:cNvCxnSpPr/>
          <p:nvPr/>
        </p:nvCxnSpPr>
        <p:spPr bwMode="gray">
          <a:xfrm>
            <a:off x="-240704" y="1340768"/>
            <a:ext cx="90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46">
            <a:extLst>
              <a:ext uri="{FF2B5EF4-FFF2-40B4-BE49-F238E27FC236}">
                <a16:creationId xmlns:a16="http://schemas.microsoft.com/office/drawing/2014/main" id="{AC7F0241-1B60-B23F-3A25-A498892583AB}"/>
              </a:ext>
            </a:extLst>
          </p:cNvPr>
          <p:cNvCxnSpPr/>
          <p:nvPr/>
        </p:nvCxnSpPr>
        <p:spPr bwMode="gray">
          <a:xfrm>
            <a:off x="-240704" y="6309320"/>
            <a:ext cx="90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47">
            <a:extLst>
              <a:ext uri="{FF2B5EF4-FFF2-40B4-BE49-F238E27FC236}">
                <a16:creationId xmlns:a16="http://schemas.microsoft.com/office/drawing/2014/main" id="{ECDCBA83-AB55-A23F-6205-23BFAAA6FAD2}"/>
              </a:ext>
            </a:extLst>
          </p:cNvPr>
          <p:cNvCxnSpPr/>
          <p:nvPr/>
        </p:nvCxnSpPr>
        <p:spPr bwMode="gray">
          <a:xfrm>
            <a:off x="-240704" y="1628800"/>
            <a:ext cx="90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32">
            <a:extLst>
              <a:ext uri="{FF2B5EF4-FFF2-40B4-BE49-F238E27FC236}">
                <a16:creationId xmlns:a16="http://schemas.microsoft.com/office/drawing/2014/main" id="{A515F58C-26A7-EB92-E595-58FD7CF66BA6}"/>
              </a:ext>
            </a:extLst>
          </p:cNvPr>
          <p:cNvCxnSpPr/>
          <p:nvPr/>
        </p:nvCxnSpPr>
        <p:spPr bwMode="gray">
          <a:xfrm>
            <a:off x="6312024" y="-189392"/>
            <a:ext cx="0" cy="90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33">
            <a:extLst>
              <a:ext uri="{FF2B5EF4-FFF2-40B4-BE49-F238E27FC236}">
                <a16:creationId xmlns:a16="http://schemas.microsoft.com/office/drawing/2014/main" id="{1C9D756F-A538-E9D4-CC9A-5945279ECF21}"/>
              </a:ext>
            </a:extLst>
          </p:cNvPr>
          <p:cNvCxnSpPr/>
          <p:nvPr/>
        </p:nvCxnSpPr>
        <p:spPr bwMode="gray">
          <a:xfrm>
            <a:off x="4871864" y="-189392"/>
            <a:ext cx="0" cy="90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34">
            <a:extLst>
              <a:ext uri="{FF2B5EF4-FFF2-40B4-BE49-F238E27FC236}">
                <a16:creationId xmlns:a16="http://schemas.microsoft.com/office/drawing/2014/main" id="{9D370273-601A-66C9-15D5-54B5C7B8C67C}"/>
              </a:ext>
            </a:extLst>
          </p:cNvPr>
          <p:cNvCxnSpPr/>
          <p:nvPr/>
        </p:nvCxnSpPr>
        <p:spPr bwMode="gray">
          <a:xfrm>
            <a:off x="7752184" y="-189392"/>
            <a:ext cx="0" cy="90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45">
            <a:extLst>
              <a:ext uri="{FF2B5EF4-FFF2-40B4-BE49-F238E27FC236}">
                <a16:creationId xmlns:a16="http://schemas.microsoft.com/office/drawing/2014/main" id="{2E17C18E-3E08-C596-A53A-7EE153D2D439}"/>
              </a:ext>
            </a:extLst>
          </p:cNvPr>
          <p:cNvCxnSpPr/>
          <p:nvPr/>
        </p:nvCxnSpPr>
        <p:spPr bwMode="gray">
          <a:xfrm>
            <a:off x="3431704" y="-189392"/>
            <a:ext cx="0" cy="90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48">
            <a:extLst>
              <a:ext uri="{FF2B5EF4-FFF2-40B4-BE49-F238E27FC236}">
                <a16:creationId xmlns:a16="http://schemas.microsoft.com/office/drawing/2014/main" id="{FFF824E2-53C3-5B00-3CA4-5D04B9CAE4AD}"/>
              </a:ext>
            </a:extLst>
          </p:cNvPr>
          <p:cNvCxnSpPr/>
          <p:nvPr/>
        </p:nvCxnSpPr>
        <p:spPr bwMode="gray">
          <a:xfrm>
            <a:off x="1991544" y="-189392"/>
            <a:ext cx="0" cy="90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49">
            <a:extLst>
              <a:ext uri="{FF2B5EF4-FFF2-40B4-BE49-F238E27FC236}">
                <a16:creationId xmlns:a16="http://schemas.microsoft.com/office/drawing/2014/main" id="{1E1A7769-8D17-F295-8A57-110E63757D30}"/>
              </a:ext>
            </a:extLst>
          </p:cNvPr>
          <p:cNvCxnSpPr/>
          <p:nvPr/>
        </p:nvCxnSpPr>
        <p:spPr bwMode="gray">
          <a:xfrm>
            <a:off x="9192344" y="-189392"/>
            <a:ext cx="0" cy="90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50">
            <a:extLst>
              <a:ext uri="{FF2B5EF4-FFF2-40B4-BE49-F238E27FC236}">
                <a16:creationId xmlns:a16="http://schemas.microsoft.com/office/drawing/2014/main" id="{8B0803D1-FF58-5903-1E0E-282B389F8214}"/>
              </a:ext>
            </a:extLst>
          </p:cNvPr>
          <p:cNvCxnSpPr/>
          <p:nvPr/>
        </p:nvCxnSpPr>
        <p:spPr bwMode="gray">
          <a:xfrm>
            <a:off x="10632504" y="-189392"/>
            <a:ext cx="0" cy="90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51">
            <a:extLst>
              <a:ext uri="{FF2B5EF4-FFF2-40B4-BE49-F238E27FC236}">
                <a16:creationId xmlns:a16="http://schemas.microsoft.com/office/drawing/2014/main" id="{457612E9-6A06-2284-2E35-01420E9D1FA2}"/>
              </a:ext>
            </a:extLst>
          </p:cNvPr>
          <p:cNvCxnSpPr/>
          <p:nvPr/>
        </p:nvCxnSpPr>
        <p:spPr bwMode="gray">
          <a:xfrm>
            <a:off x="5879976" y="-189392"/>
            <a:ext cx="0" cy="90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52">
            <a:extLst>
              <a:ext uri="{FF2B5EF4-FFF2-40B4-BE49-F238E27FC236}">
                <a16:creationId xmlns:a16="http://schemas.microsoft.com/office/drawing/2014/main" id="{92EDCF37-557F-F7B3-3A79-9294CD9CD8CA}"/>
              </a:ext>
            </a:extLst>
          </p:cNvPr>
          <p:cNvCxnSpPr/>
          <p:nvPr/>
        </p:nvCxnSpPr>
        <p:spPr bwMode="gray">
          <a:xfrm>
            <a:off x="4439816" y="-189392"/>
            <a:ext cx="0" cy="90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53">
            <a:extLst>
              <a:ext uri="{FF2B5EF4-FFF2-40B4-BE49-F238E27FC236}">
                <a16:creationId xmlns:a16="http://schemas.microsoft.com/office/drawing/2014/main" id="{A2F77116-B730-8FFA-31AF-9CEE2CAE3B93}"/>
              </a:ext>
            </a:extLst>
          </p:cNvPr>
          <p:cNvCxnSpPr/>
          <p:nvPr/>
        </p:nvCxnSpPr>
        <p:spPr bwMode="gray">
          <a:xfrm>
            <a:off x="7320136" y="-189392"/>
            <a:ext cx="0" cy="90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54">
            <a:extLst>
              <a:ext uri="{FF2B5EF4-FFF2-40B4-BE49-F238E27FC236}">
                <a16:creationId xmlns:a16="http://schemas.microsoft.com/office/drawing/2014/main" id="{98028A3D-FB19-68AC-4A30-FD7AA781041E}"/>
              </a:ext>
            </a:extLst>
          </p:cNvPr>
          <p:cNvCxnSpPr/>
          <p:nvPr/>
        </p:nvCxnSpPr>
        <p:spPr bwMode="gray">
          <a:xfrm>
            <a:off x="2999656" y="-189392"/>
            <a:ext cx="0" cy="90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Connector 55">
            <a:extLst>
              <a:ext uri="{FF2B5EF4-FFF2-40B4-BE49-F238E27FC236}">
                <a16:creationId xmlns:a16="http://schemas.microsoft.com/office/drawing/2014/main" id="{7F0AB38E-D361-ADFE-178F-F0571A1C64CF}"/>
              </a:ext>
            </a:extLst>
          </p:cNvPr>
          <p:cNvCxnSpPr/>
          <p:nvPr/>
        </p:nvCxnSpPr>
        <p:spPr bwMode="gray">
          <a:xfrm>
            <a:off x="1559496" y="-189392"/>
            <a:ext cx="0" cy="90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Connector 56">
            <a:extLst>
              <a:ext uri="{FF2B5EF4-FFF2-40B4-BE49-F238E27FC236}">
                <a16:creationId xmlns:a16="http://schemas.microsoft.com/office/drawing/2014/main" id="{8ED96107-86D8-3FF8-7604-B44E5AEE107A}"/>
              </a:ext>
            </a:extLst>
          </p:cNvPr>
          <p:cNvCxnSpPr/>
          <p:nvPr/>
        </p:nvCxnSpPr>
        <p:spPr bwMode="gray">
          <a:xfrm>
            <a:off x="8760296" y="-189392"/>
            <a:ext cx="0" cy="90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Connector 57">
            <a:extLst>
              <a:ext uri="{FF2B5EF4-FFF2-40B4-BE49-F238E27FC236}">
                <a16:creationId xmlns:a16="http://schemas.microsoft.com/office/drawing/2014/main" id="{6BD228CC-8643-AAAF-6934-C03BEE2102AA}"/>
              </a:ext>
            </a:extLst>
          </p:cNvPr>
          <p:cNvCxnSpPr/>
          <p:nvPr/>
        </p:nvCxnSpPr>
        <p:spPr bwMode="gray">
          <a:xfrm>
            <a:off x="10200456" y="-189392"/>
            <a:ext cx="0" cy="90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58">
            <a:extLst>
              <a:ext uri="{FF2B5EF4-FFF2-40B4-BE49-F238E27FC236}">
                <a16:creationId xmlns:a16="http://schemas.microsoft.com/office/drawing/2014/main" id="{9F96A705-7F66-FBC4-4B60-F2BA12E308DA}"/>
              </a:ext>
            </a:extLst>
          </p:cNvPr>
          <p:cNvCxnSpPr/>
          <p:nvPr/>
        </p:nvCxnSpPr>
        <p:spPr bwMode="gray">
          <a:xfrm>
            <a:off x="479376" y="-189392"/>
            <a:ext cx="0" cy="90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59">
            <a:extLst>
              <a:ext uri="{FF2B5EF4-FFF2-40B4-BE49-F238E27FC236}">
                <a16:creationId xmlns:a16="http://schemas.microsoft.com/office/drawing/2014/main" id="{B8D5531A-4602-B948-25A4-8733A9A19D52}"/>
              </a:ext>
            </a:extLst>
          </p:cNvPr>
          <p:cNvCxnSpPr/>
          <p:nvPr/>
        </p:nvCxnSpPr>
        <p:spPr bwMode="gray">
          <a:xfrm>
            <a:off x="11712624" y="-189392"/>
            <a:ext cx="0" cy="90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60">
            <a:extLst>
              <a:ext uri="{FF2B5EF4-FFF2-40B4-BE49-F238E27FC236}">
                <a16:creationId xmlns:a16="http://schemas.microsoft.com/office/drawing/2014/main" id="{D90D9BDD-A4F3-C0FC-1111-7FB6658E5DF3}"/>
              </a:ext>
            </a:extLst>
          </p:cNvPr>
          <p:cNvCxnSpPr/>
          <p:nvPr/>
        </p:nvCxnSpPr>
        <p:spPr bwMode="gray">
          <a:xfrm>
            <a:off x="-240704" y="1484784"/>
            <a:ext cx="90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Connector 61">
            <a:extLst>
              <a:ext uri="{FF2B5EF4-FFF2-40B4-BE49-F238E27FC236}">
                <a16:creationId xmlns:a16="http://schemas.microsoft.com/office/drawing/2014/main" id="{CACA7169-32EC-BA50-ACB8-76143E3EBE6B}"/>
              </a:ext>
            </a:extLst>
          </p:cNvPr>
          <p:cNvCxnSpPr/>
          <p:nvPr/>
        </p:nvCxnSpPr>
        <p:spPr bwMode="gray">
          <a:xfrm>
            <a:off x="-240704" y="6165304"/>
            <a:ext cx="90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Connector 62">
            <a:extLst>
              <a:ext uri="{FF2B5EF4-FFF2-40B4-BE49-F238E27FC236}">
                <a16:creationId xmlns:a16="http://schemas.microsoft.com/office/drawing/2014/main" id="{BCA51FDF-5595-58D6-553C-41891CEF7C41}"/>
              </a:ext>
            </a:extLst>
          </p:cNvPr>
          <p:cNvCxnSpPr/>
          <p:nvPr/>
        </p:nvCxnSpPr>
        <p:spPr bwMode="gray">
          <a:xfrm>
            <a:off x="-240704" y="6021288"/>
            <a:ext cx="90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empower - DO NOT DELETE!!!">
            <a:extLst>
              <a:ext uri="{FF2B5EF4-FFF2-40B4-BE49-F238E27FC236}">
                <a16:creationId xmlns:a16="http://schemas.microsoft.com/office/drawing/2014/main" id="{F7CFE3E2-DFEB-A7B2-C986-3995ABB91B22}"/>
              </a:ext>
            </a:extLst>
          </p:cNvPr>
          <p:cNvSpPr/>
          <p:nvPr>
            <p:custDataLst>
              <p:tags r:id="rId43"/>
            </p:custDataLst>
          </p:nvPr>
        </p:nvSpPr>
        <p:spPr>
          <a:xfrm>
            <a:off x="0" y="0"/>
            <a:ext cx="0" cy="0"/>
          </a:xfrm>
          <a:prstGeom prst="ellipse">
            <a:avLst/>
          </a:prstGeom>
          <a:solidFill>
            <a:srgbClr val="EBEB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72000" rIns="54000" bIns="72000" rtlCol="0" anchor="ctr"/>
          <a:lstStyle/>
          <a:p>
            <a:pPr lvl="0" algn="ctr">
              <a:lnSpc>
                <a:spcPct val="120000"/>
              </a:lnSpc>
              <a:spcBef>
                <a:spcPts val="600"/>
              </a:spcBef>
            </a:pPr>
            <a:endParaRPr lang="zh-SG" altLang="de-DE" sz="1200" dirty="0">
              <a:solidFill>
                <a:schemeClr val="tx1"/>
              </a:solidFill>
            </a:endParaRPr>
          </a:p>
        </p:txBody>
      </p:sp>
      <p:sp>
        <p:nvSpPr>
          <p:cNvPr id="48" name="en (USA)" hidden="1">
            <a:extLst>
              <a:ext uri="{FF2B5EF4-FFF2-40B4-BE49-F238E27FC236}">
                <a16:creationId xmlns:a16="http://schemas.microsoft.com/office/drawing/2014/main" id="{C6210D07-7702-228D-D6D4-6A02250A8066}"/>
              </a:ext>
            </a:extLst>
          </p:cNvPr>
          <p:cNvSpPr txBox="1"/>
          <p:nvPr>
            <p:custDataLst>
              <p:tags r:id="rId44"/>
            </p:custDataLst>
          </p:nvPr>
        </p:nvSpPr>
        <p:spPr>
          <a:xfrm>
            <a:off x="7615238" y="6527607"/>
            <a:ext cx="3856408" cy="123111"/>
          </a:xfrm>
          <a:prstGeom prst="rect">
            <a:avLst/>
          </a:prstGeom>
        </p:spPr>
        <p:txBody>
          <a:bodyPr vert="horz" wrap="none" lIns="0" tIns="0" rIns="0" bIns="0" rtlCol="0" anchor="ctr">
            <a:noAutofit/>
          </a:bodyPr>
          <a:lstStyle>
            <a:defPPr>
              <a:defRPr lang="de-DE"/>
            </a:defPPr>
            <a:lvl1pPr>
              <a:defRPr sz="800"/>
            </a:lvl1pPr>
          </a:lstStyle>
          <a:p>
            <a:pPr lvl="0" algn="r"/>
            <a:r>
              <a:rPr lang="en-US" altLang="zh-SG">
                <a:solidFill>
                  <a:srgbClr val="878787"/>
                </a:solidFill>
              </a:rPr>
              <a:t>Copyright Schaeffler Technologies AG &amp; Co. KG, 2024 – All rights reserved. |</a:t>
            </a:r>
            <a:endParaRPr lang="zh-SG" altLang="de-DE" dirty="0">
              <a:solidFill>
                <a:srgbClr val="878787"/>
              </a:solidFill>
            </a:endParaRPr>
          </a:p>
        </p:txBody>
      </p:sp>
      <p:sp>
        <p:nvSpPr>
          <p:cNvPr id="90" name="de" hidden="1">
            <a:extLst>
              <a:ext uri="{FF2B5EF4-FFF2-40B4-BE49-F238E27FC236}">
                <a16:creationId xmlns:a16="http://schemas.microsoft.com/office/drawing/2014/main" id="{F93F5F92-0B1E-0923-D808-9FC469D12DCE}"/>
              </a:ext>
            </a:extLst>
          </p:cNvPr>
          <p:cNvSpPr txBox="1"/>
          <p:nvPr>
            <p:custDataLst>
              <p:tags r:id="rId45"/>
            </p:custDataLst>
          </p:nvPr>
        </p:nvSpPr>
        <p:spPr>
          <a:xfrm>
            <a:off x="7615238" y="6527607"/>
            <a:ext cx="3856408" cy="123111"/>
          </a:xfrm>
          <a:prstGeom prst="rect">
            <a:avLst/>
          </a:prstGeom>
        </p:spPr>
        <p:txBody>
          <a:bodyPr vert="horz" wrap="none" lIns="0" tIns="0" rIns="0" bIns="0" rtlCol="0" anchor="ctr">
            <a:noAutofit/>
          </a:bodyPr>
          <a:lstStyle>
            <a:defPPr>
              <a:defRPr lang="de-DE"/>
            </a:defPPr>
            <a:lvl1pPr>
              <a:defRPr sz="800"/>
            </a:lvl1pPr>
          </a:lstStyle>
          <a:p>
            <a:pPr lvl="0" algn="r"/>
            <a:r>
              <a:rPr lang="de-DE" altLang="zh-SG">
                <a:solidFill>
                  <a:srgbClr val="878787"/>
                </a:solidFill>
              </a:rPr>
              <a:t>Copyright Schaeffler AG, 2024 – Alle Rechte vorbehalten. |</a:t>
            </a:r>
            <a:endParaRPr lang="zh-SG" altLang="de-DE" dirty="0">
              <a:solidFill>
                <a:srgbClr val="878787"/>
              </a:solidFill>
            </a:endParaRPr>
          </a:p>
        </p:txBody>
      </p:sp>
      <p:sp>
        <p:nvSpPr>
          <p:cNvPr id="47" name="po" hidden="1">
            <a:extLst>
              <a:ext uri="{FF2B5EF4-FFF2-40B4-BE49-F238E27FC236}">
                <a16:creationId xmlns:a16="http://schemas.microsoft.com/office/drawing/2014/main" id="{11593875-C117-C1D0-80E2-1CFCB7239B12}"/>
              </a:ext>
            </a:extLst>
          </p:cNvPr>
          <p:cNvSpPr txBox="1"/>
          <p:nvPr>
            <p:custDataLst>
              <p:tags r:id="rId46"/>
            </p:custDataLst>
          </p:nvPr>
        </p:nvSpPr>
        <p:spPr>
          <a:xfrm>
            <a:off x="7615238" y="6527607"/>
            <a:ext cx="3856408" cy="123111"/>
          </a:xfrm>
          <a:prstGeom prst="rect">
            <a:avLst/>
          </a:prstGeom>
        </p:spPr>
        <p:txBody>
          <a:bodyPr vert="horz" wrap="none" lIns="0" tIns="0" rIns="0" bIns="0" rtlCol="0" anchor="ctr">
            <a:noAutofit/>
          </a:bodyPr>
          <a:lstStyle>
            <a:defPPr>
              <a:defRPr lang="de-DE"/>
            </a:defPPr>
            <a:lvl1pPr>
              <a:defRPr sz="800"/>
            </a:lvl1pPr>
          </a:lstStyle>
          <a:p>
            <a:pPr lvl="0" algn="r"/>
            <a:r>
              <a:rPr lang="pt-BR" altLang="zh-SG">
                <a:solidFill>
                  <a:srgbClr val="878787"/>
                </a:solidFill>
              </a:rPr>
              <a:t>Copyright Schaeffler Technologies AG &amp; Co. KG, 2024 – Todos os direitos reservados. |</a:t>
            </a:r>
            <a:endParaRPr lang="zh-SG" altLang="de-DE" dirty="0">
              <a:solidFill>
                <a:srgbClr val="878787"/>
              </a:solidFill>
            </a:endParaRPr>
          </a:p>
        </p:txBody>
      </p:sp>
      <p:sp>
        <p:nvSpPr>
          <p:cNvPr id="91" name="cn" hidden="1">
            <a:extLst>
              <a:ext uri="{FF2B5EF4-FFF2-40B4-BE49-F238E27FC236}">
                <a16:creationId xmlns:a16="http://schemas.microsoft.com/office/drawing/2014/main" id="{BB4EC6DB-3381-40A2-F1AB-8E4725A44F5C}"/>
              </a:ext>
            </a:extLst>
          </p:cNvPr>
          <p:cNvSpPr txBox="1"/>
          <p:nvPr>
            <p:custDataLst>
              <p:tags r:id="rId47"/>
            </p:custDataLst>
          </p:nvPr>
        </p:nvSpPr>
        <p:spPr>
          <a:xfrm>
            <a:off x="7615238" y="6527607"/>
            <a:ext cx="3856408" cy="123111"/>
          </a:xfrm>
          <a:prstGeom prst="rect">
            <a:avLst/>
          </a:prstGeom>
        </p:spPr>
        <p:txBody>
          <a:bodyPr vert="horz" wrap="none" lIns="0" tIns="0" rIns="0" bIns="0" rtlCol="0" anchor="ctr">
            <a:noAutofit/>
          </a:bodyPr>
          <a:lstStyle>
            <a:defPPr>
              <a:defRPr lang="de-DE"/>
            </a:defPPr>
            <a:lvl1pPr>
              <a:defRPr sz="800"/>
            </a:lvl1pPr>
          </a:lstStyle>
          <a:p>
            <a:pPr lvl="0" algn="r"/>
            <a:r>
              <a:rPr lang="zh-SG" altLang="en-US">
                <a:solidFill>
                  <a:srgbClr val="878787"/>
                </a:solidFill>
              </a:rPr>
              <a:t>版权所有</a:t>
            </a:r>
            <a:r>
              <a:rPr lang="en-US" altLang="zh-SG">
                <a:solidFill>
                  <a:srgbClr val="878787"/>
                </a:solidFill>
              </a:rPr>
              <a:t>Schaeffler Technologies AG &amp; Co. KG</a:t>
            </a:r>
            <a:r>
              <a:rPr lang="zh-SG" altLang="en-US">
                <a:solidFill>
                  <a:srgbClr val="878787"/>
                </a:solidFill>
              </a:rPr>
              <a:t>保留所有权利</a:t>
            </a:r>
            <a:r>
              <a:rPr lang="en-US" altLang="zh-SG">
                <a:solidFill>
                  <a:srgbClr val="878787"/>
                </a:solidFill>
              </a:rPr>
              <a:t>, </a:t>
            </a:r>
            <a:r>
              <a:rPr lang="zh-SG" altLang="en-US">
                <a:solidFill>
                  <a:srgbClr val="878787"/>
                </a:solidFill>
              </a:rPr>
              <a:t>客户特殊要求</a:t>
            </a:r>
            <a:r>
              <a:rPr lang="en-US" altLang="zh-SG">
                <a:solidFill>
                  <a:srgbClr val="878787"/>
                </a:solidFill>
              </a:rPr>
              <a:t>, </a:t>
            </a:r>
            <a:r>
              <a:rPr lang="zh-SG" altLang="en-US">
                <a:solidFill>
                  <a:srgbClr val="878787"/>
                </a:solidFill>
              </a:rPr>
              <a:t>使用内部放行标准</a:t>
            </a:r>
            <a:r>
              <a:rPr lang="en-US" altLang="zh-SG">
                <a:solidFill>
                  <a:srgbClr val="878787"/>
                </a:solidFill>
              </a:rPr>
              <a:t>. |</a:t>
            </a:r>
            <a:endParaRPr lang="zh-SG" altLang="de-DE" dirty="0">
              <a:solidFill>
                <a:srgbClr val="878787"/>
              </a:solidFill>
            </a:endParaRPr>
          </a:p>
        </p:txBody>
      </p:sp>
      <p:sp>
        <p:nvSpPr>
          <p:cNvPr id="92" name="en (UK)" hidden="1">
            <a:extLst>
              <a:ext uri="{FF2B5EF4-FFF2-40B4-BE49-F238E27FC236}">
                <a16:creationId xmlns:a16="http://schemas.microsoft.com/office/drawing/2014/main" id="{3EF96ECE-3444-736E-8752-EF205337AF16}"/>
              </a:ext>
            </a:extLst>
          </p:cNvPr>
          <p:cNvSpPr txBox="1"/>
          <p:nvPr>
            <p:custDataLst>
              <p:tags r:id="rId48"/>
            </p:custDataLst>
          </p:nvPr>
        </p:nvSpPr>
        <p:spPr>
          <a:xfrm>
            <a:off x="7615238" y="6527607"/>
            <a:ext cx="3856408" cy="123111"/>
          </a:xfrm>
          <a:prstGeom prst="rect">
            <a:avLst/>
          </a:prstGeom>
        </p:spPr>
        <p:txBody>
          <a:bodyPr vert="horz" wrap="none" lIns="0" tIns="0" rIns="0" bIns="0" rtlCol="0" anchor="ctr">
            <a:noAutofit/>
          </a:bodyPr>
          <a:lstStyle>
            <a:defPPr>
              <a:defRPr lang="de-DE"/>
            </a:defPPr>
            <a:lvl1pPr>
              <a:defRPr sz="800"/>
            </a:lvl1pPr>
          </a:lstStyle>
          <a:p>
            <a:pPr lvl="0" algn="r"/>
            <a:r>
              <a:rPr lang="en-US" altLang="zh-SG">
                <a:solidFill>
                  <a:srgbClr val="878787"/>
                </a:solidFill>
              </a:rPr>
              <a:t>Copyright Schaeffler AG, 2024 – All rights reserved. |</a:t>
            </a:r>
            <a:endParaRPr lang="zh-SG" altLang="de-DE" dirty="0">
              <a:solidFill>
                <a:srgbClr val="878787"/>
              </a:solidFill>
            </a:endParaRPr>
          </a:p>
        </p:txBody>
      </p:sp>
      <p:sp>
        <p:nvSpPr>
          <p:cNvPr id="93" name="en (CN, VR)">
            <a:extLst>
              <a:ext uri="{FF2B5EF4-FFF2-40B4-BE49-F238E27FC236}">
                <a16:creationId xmlns:a16="http://schemas.microsoft.com/office/drawing/2014/main" id="{7C96ECF6-8007-D3A1-0CD3-D3A2DE4EC741}"/>
              </a:ext>
            </a:extLst>
          </p:cNvPr>
          <p:cNvSpPr txBox="1"/>
          <p:nvPr>
            <p:custDataLst>
              <p:tags r:id="rId49"/>
            </p:custDataLst>
          </p:nvPr>
        </p:nvSpPr>
        <p:spPr>
          <a:xfrm>
            <a:off x="7615238" y="6527607"/>
            <a:ext cx="3856408" cy="123111"/>
          </a:xfrm>
          <a:prstGeom prst="rect">
            <a:avLst/>
          </a:prstGeom>
        </p:spPr>
        <p:txBody>
          <a:bodyPr vert="horz" wrap="none" lIns="0" tIns="0" rIns="0" bIns="0" rtlCol="0" anchor="ctr">
            <a:noAutofit/>
          </a:bodyPr>
          <a:lstStyle>
            <a:defPPr>
              <a:defRPr lang="de-DE"/>
            </a:defPPr>
            <a:lvl1pPr>
              <a:defRPr sz="800"/>
            </a:lvl1pPr>
          </a:lstStyle>
          <a:p>
            <a:pPr lvl="0" algn="r"/>
            <a:r>
              <a:rPr lang="en-US" altLang="zh-SG">
                <a:solidFill>
                  <a:srgbClr val="878787"/>
                </a:solidFill>
              </a:rPr>
              <a:t>Copyright Schaeffler Technologies AG &amp; Co. KG, 2024 – All rights reserved. |</a:t>
            </a:r>
            <a:endParaRPr lang="zh-SG" altLang="de-DE" dirty="0">
              <a:solidFill>
                <a:srgbClr val="878787"/>
              </a:solidFill>
            </a:endParaRPr>
          </a:p>
        </p:txBody>
      </p:sp>
      <p:sp>
        <p:nvSpPr>
          <p:cNvPr id="94" name="en (FR)" hidden="1">
            <a:extLst>
              <a:ext uri="{FF2B5EF4-FFF2-40B4-BE49-F238E27FC236}">
                <a16:creationId xmlns:a16="http://schemas.microsoft.com/office/drawing/2014/main" id="{6D8ED63D-2140-F1D8-00A5-4707802295E6}"/>
              </a:ext>
            </a:extLst>
          </p:cNvPr>
          <p:cNvSpPr txBox="1"/>
          <p:nvPr>
            <p:custDataLst>
              <p:tags r:id="rId50"/>
            </p:custDataLst>
          </p:nvPr>
        </p:nvSpPr>
        <p:spPr>
          <a:xfrm>
            <a:off x="7615238" y="6527607"/>
            <a:ext cx="3856408" cy="123111"/>
          </a:xfrm>
          <a:prstGeom prst="rect">
            <a:avLst/>
          </a:prstGeom>
        </p:spPr>
        <p:txBody>
          <a:bodyPr vert="horz" wrap="none" lIns="0" tIns="0" rIns="0" bIns="0" rtlCol="0" anchor="ctr">
            <a:noAutofit/>
          </a:bodyPr>
          <a:lstStyle>
            <a:defPPr>
              <a:defRPr lang="de-DE"/>
            </a:defPPr>
            <a:lvl1pPr>
              <a:defRPr sz="800"/>
            </a:lvl1pPr>
          </a:lstStyle>
          <a:p>
            <a:pPr lvl="0" algn="r"/>
            <a:r>
              <a:rPr lang="en-US" altLang="zh-SG">
                <a:solidFill>
                  <a:srgbClr val="878787"/>
                </a:solidFill>
              </a:rPr>
              <a:t>Copyright Schaeffler Aerospace Germany GmbH &amp; Co. KG, 2024 – All rights reserved. |</a:t>
            </a:r>
            <a:endParaRPr lang="zh-SG" altLang="de-DE" dirty="0">
              <a:solidFill>
                <a:srgbClr val="878787"/>
              </a:solidFill>
            </a:endParaRPr>
          </a:p>
        </p:txBody>
      </p:sp>
      <p:sp>
        <p:nvSpPr>
          <p:cNvPr id="95" name="en (RU)" hidden="1">
            <a:extLst>
              <a:ext uri="{FF2B5EF4-FFF2-40B4-BE49-F238E27FC236}">
                <a16:creationId xmlns:a16="http://schemas.microsoft.com/office/drawing/2014/main" id="{688AD97E-86EE-9957-155B-E9E878E3DD3B}"/>
              </a:ext>
            </a:extLst>
          </p:cNvPr>
          <p:cNvSpPr txBox="1"/>
          <p:nvPr>
            <p:custDataLst>
              <p:tags r:id="rId51"/>
            </p:custDataLst>
          </p:nvPr>
        </p:nvSpPr>
        <p:spPr>
          <a:xfrm>
            <a:off x="7615238" y="6527607"/>
            <a:ext cx="3856408" cy="123111"/>
          </a:xfrm>
          <a:prstGeom prst="rect">
            <a:avLst/>
          </a:prstGeom>
        </p:spPr>
        <p:txBody>
          <a:bodyPr vert="horz" wrap="none" lIns="0" tIns="0" rIns="0" bIns="0" rtlCol="0" anchor="ctr">
            <a:noAutofit/>
          </a:bodyPr>
          <a:lstStyle>
            <a:defPPr>
              <a:defRPr lang="de-DE"/>
            </a:defPPr>
            <a:lvl1pPr>
              <a:defRPr sz="800"/>
            </a:lvl1pPr>
          </a:lstStyle>
          <a:p>
            <a:pPr lvl="0" algn="r"/>
            <a:r>
              <a:rPr lang="en-US" altLang="zh-SG">
                <a:solidFill>
                  <a:srgbClr val="878787"/>
                </a:solidFill>
              </a:rPr>
              <a:t>Copyright Schaeffler Automotive Buehl GmbH &amp; Co. KG, 2024 – All rights reserved. |</a:t>
            </a:r>
            <a:endParaRPr lang="zh-SG" altLang="de-DE" dirty="0">
              <a:solidFill>
                <a:srgbClr val="878787"/>
              </a:solidFill>
            </a:endParaRPr>
          </a:p>
        </p:txBody>
      </p:sp>
      <p:sp>
        <p:nvSpPr>
          <p:cNvPr id="96" name="en (JPN)" hidden="1">
            <a:extLst>
              <a:ext uri="{FF2B5EF4-FFF2-40B4-BE49-F238E27FC236}">
                <a16:creationId xmlns:a16="http://schemas.microsoft.com/office/drawing/2014/main" id="{862E64FB-F6EC-141A-A145-513C5AE71A28}"/>
              </a:ext>
            </a:extLst>
          </p:cNvPr>
          <p:cNvSpPr txBox="1"/>
          <p:nvPr>
            <p:custDataLst>
              <p:tags r:id="rId52"/>
            </p:custDataLst>
          </p:nvPr>
        </p:nvSpPr>
        <p:spPr>
          <a:xfrm>
            <a:off x="7615238" y="6527607"/>
            <a:ext cx="3856408" cy="123111"/>
          </a:xfrm>
          <a:prstGeom prst="rect">
            <a:avLst/>
          </a:prstGeom>
        </p:spPr>
        <p:txBody>
          <a:bodyPr vert="horz" wrap="none" lIns="0" tIns="0" rIns="0" bIns="0" rtlCol="0" anchor="ctr">
            <a:noAutofit/>
          </a:bodyPr>
          <a:lstStyle>
            <a:defPPr>
              <a:defRPr lang="de-DE"/>
            </a:defPPr>
            <a:lvl1pPr>
              <a:defRPr sz="800"/>
            </a:lvl1pPr>
          </a:lstStyle>
          <a:p>
            <a:pPr lvl="0" algn="r"/>
            <a:r>
              <a:rPr lang="en-US" altLang="zh-SG">
                <a:solidFill>
                  <a:srgbClr val="878787"/>
                </a:solidFill>
              </a:rPr>
              <a:t>Copyright Schaeffler Automotive Buehl GmbH &amp; Co. KG, 2024 – All rights reserved. |</a:t>
            </a:r>
            <a:endParaRPr lang="zh-SG" altLang="de-DE" dirty="0">
              <a:solidFill>
                <a:srgbClr val="878787"/>
              </a:solidFill>
            </a:endParaRPr>
          </a:p>
        </p:txBody>
      </p:sp>
      <p:sp>
        <p:nvSpPr>
          <p:cNvPr id="97" name="en (ESP)" hidden="1">
            <a:extLst>
              <a:ext uri="{FF2B5EF4-FFF2-40B4-BE49-F238E27FC236}">
                <a16:creationId xmlns:a16="http://schemas.microsoft.com/office/drawing/2014/main" id="{4FBE9ACF-0374-8A06-15F6-19F04A6EEFEB}"/>
              </a:ext>
            </a:extLst>
          </p:cNvPr>
          <p:cNvSpPr txBox="1"/>
          <p:nvPr>
            <p:custDataLst>
              <p:tags r:id="rId53"/>
            </p:custDataLst>
          </p:nvPr>
        </p:nvSpPr>
        <p:spPr>
          <a:xfrm>
            <a:off x="7615238" y="6527607"/>
            <a:ext cx="3856408" cy="123111"/>
          </a:xfrm>
          <a:prstGeom prst="rect">
            <a:avLst/>
          </a:prstGeom>
        </p:spPr>
        <p:txBody>
          <a:bodyPr vert="horz" wrap="none" lIns="0" tIns="0" rIns="0" bIns="0" rtlCol="0" anchor="ctr">
            <a:noAutofit/>
          </a:bodyPr>
          <a:lstStyle>
            <a:defPPr>
              <a:defRPr lang="de-DE"/>
            </a:defPPr>
            <a:lvl1pPr>
              <a:defRPr sz="800"/>
            </a:lvl1pPr>
          </a:lstStyle>
          <a:p>
            <a:pPr lvl="0" algn="r"/>
            <a:r>
              <a:rPr lang="en-US" altLang="zh-SG">
                <a:solidFill>
                  <a:srgbClr val="878787"/>
                </a:solidFill>
              </a:rPr>
              <a:t>Copyright Schaeffler Automotive Buehl GmbH &amp; Co. KG, 2024 – All rights reserved. |</a:t>
            </a:r>
            <a:endParaRPr lang="zh-SG" altLang="de-DE" dirty="0">
              <a:solidFill>
                <a:srgbClr val="878787"/>
              </a:solidFill>
            </a:endParaRPr>
          </a:p>
        </p:txBody>
      </p:sp>
      <p:sp>
        <p:nvSpPr>
          <p:cNvPr id="88" name="empower - DO NOT DELETE!!!" hidden="1">
            <a:extLst>
              <a:ext uri="{FF2B5EF4-FFF2-40B4-BE49-F238E27FC236}">
                <a16:creationId xmlns:a16="http://schemas.microsoft.com/office/drawing/2014/main" id="{FB957308-AD3E-D492-B1A1-958C859A1C6B}"/>
              </a:ext>
            </a:extLst>
          </p:cNvPr>
          <p:cNvSpPr/>
          <p:nvPr>
            <p:custDataLst>
              <p:tags r:id="rId54"/>
            </p:custDataLst>
          </p:nvPr>
        </p:nvSpPr>
        <p:spPr>
          <a:xfrm>
            <a:off x="0" y="0"/>
            <a:ext cx="0" cy="0"/>
          </a:xfrm>
          <a:prstGeom prst="ellipse">
            <a:avLst/>
          </a:prstGeom>
          <a:solidFill>
            <a:srgbClr val="EBEB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72000" rIns="54000" bIns="72000" rtlCol="0" anchor="ctr"/>
          <a:lstStyle/>
          <a:p>
            <a:pPr algn="ctr">
              <a:lnSpc>
                <a:spcPct val="120000"/>
              </a:lnSpc>
              <a:spcBef>
                <a:spcPts val="600"/>
              </a:spcBef>
            </a:pPr>
            <a:endParaRPr lang="zh-SG" altLang="de-DE" sz="1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572094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2" r:id="rId1"/>
    <p:sldLayoutId id="2147483723" r:id="rId2"/>
    <p:sldLayoutId id="2147483724" r:id="rId3"/>
    <p:sldLayoutId id="2147483725" r:id="rId4"/>
    <p:sldLayoutId id="2147483726" r:id="rId5"/>
    <p:sldLayoutId id="2147483727" r:id="rId6"/>
    <p:sldLayoutId id="2147483728" r:id="rId7"/>
    <p:sldLayoutId id="2147483729" r:id="rId8"/>
    <p:sldLayoutId id="2147483730" r:id="rId9"/>
    <p:sldLayoutId id="2147483731" r:id="rId10"/>
    <p:sldLayoutId id="2147483732" r:id="rId11"/>
    <p:sldLayoutId id="2147483733" r:id="rId12"/>
    <p:sldLayoutId id="2147483734" r:id="rId13"/>
    <p:sldLayoutId id="2147483735" r:id="rId14"/>
    <p:sldLayoutId id="2147483736" r:id="rId15"/>
    <p:sldLayoutId id="2147483737" r:id="rId16"/>
    <p:sldLayoutId id="2147483738" r:id="rId17"/>
    <p:sldLayoutId id="2147483739" r:id="rId18"/>
    <p:sldLayoutId id="2147483740" r:id="rId19"/>
    <p:sldLayoutId id="2147483741" r:id="rId20"/>
    <p:sldLayoutId id="2147483742" r:id="rId21"/>
    <p:sldLayoutId id="2147483743" r:id="rId22"/>
    <p:sldLayoutId id="2147483744" r:id="rId23"/>
    <p:sldLayoutId id="2147483745" r:id="rId24"/>
    <p:sldLayoutId id="2147483746" r:id="rId25"/>
    <p:sldLayoutId id="2147483747" r:id="rId26"/>
    <p:sldLayoutId id="2147483748" r:id="rId27"/>
    <p:sldLayoutId id="2147483749" r:id="rId28"/>
    <p:sldLayoutId id="2147483750" r:id="rId29"/>
    <p:sldLayoutId id="2147483751" r:id="rId30"/>
    <p:sldLayoutId id="2147483752" r:id="rId31"/>
    <p:sldLayoutId id="2147483753" r:id="rId32"/>
    <p:sldLayoutId id="2147483754" r:id="rId33"/>
    <p:sldLayoutId id="2147483755" r:id="rId34"/>
    <p:sldLayoutId id="2147483756" r:id="rId35"/>
    <p:sldLayoutId id="2147483757" r:id="rId36"/>
    <p:sldLayoutId id="2147483758" r:id="rId37"/>
    <p:sldLayoutId id="2147483759" r:id="rId38"/>
    <p:sldLayoutId id="2147483760" r:id="rId39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6="http://schemas.microsoft.com/office/drawing/2014/main" xmlns:asvg="http://schemas.microsoft.com/office/drawing/2016/SVG/main" xmlns:p15="http://schemas.microsoft.com/office/powerpoint/2012/main">
      <p:transition spd="med">
        <p:fade/>
      </p:transition>
    </mc:Fallback>
  </mc:AlternateContent>
  <p:hf hdr="0" ftr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1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20000"/>
        </a:lnSpc>
        <a:spcBef>
          <a:spcPts val="600"/>
        </a:spcBef>
        <a:buFontTx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1pPr>
      <a:lvl2pPr marL="172800" indent="-172800" algn="l" defTabSz="914400" rtl="0" eaLnBrk="1" latinLnBrk="0" hangingPunct="1">
        <a:lnSpc>
          <a:spcPct val="120000"/>
        </a:lnSpc>
        <a:spcBef>
          <a:spcPts val="600"/>
        </a:spcBef>
        <a:buClr>
          <a:srgbClr val="237864"/>
        </a:buClr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345600" indent="-172800" algn="l" defTabSz="914400" rtl="0" eaLnBrk="1" latinLnBrk="0" hangingPunct="1">
        <a:lnSpc>
          <a:spcPct val="120000"/>
        </a:lnSpc>
        <a:spcBef>
          <a:spcPts val="600"/>
        </a:spcBef>
        <a:buClr>
          <a:srgbClr val="237864"/>
        </a:buClr>
        <a:buFont typeface="Symbol" panose="05050102010706020507" pitchFamily="18" charset="2"/>
        <a:buChar char="-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540000" indent="-172800" algn="l" defTabSz="914400" rtl="0" eaLnBrk="1" latinLnBrk="0" hangingPunct="1">
        <a:lnSpc>
          <a:spcPct val="120000"/>
        </a:lnSpc>
        <a:spcBef>
          <a:spcPts val="600"/>
        </a:spcBef>
        <a:buClr>
          <a:schemeClr val="tx1"/>
        </a:buClr>
        <a:buFont typeface="Symbol" panose="05050102010706020507" pitchFamily="18" charset="2"/>
        <a:buChar char="-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540000" indent="-172800" algn="l" defTabSz="914400" rtl="0" eaLnBrk="1" latinLnBrk="0" hangingPunct="1">
        <a:lnSpc>
          <a:spcPct val="120000"/>
        </a:lnSpc>
        <a:spcBef>
          <a:spcPts val="600"/>
        </a:spcBef>
        <a:buClr>
          <a:schemeClr val="tx1"/>
        </a:buClr>
        <a:buFont typeface="Symbol" panose="05050102010706020507" pitchFamily="18" charset="2"/>
        <a:buChar char="-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540000" indent="-172800" algn="l" defTabSz="914400" rtl="0" eaLnBrk="1" latinLnBrk="0" hangingPunct="1">
        <a:lnSpc>
          <a:spcPct val="120000"/>
        </a:lnSpc>
        <a:spcBef>
          <a:spcPts val="600"/>
        </a:spcBef>
        <a:buClr>
          <a:schemeClr val="tx1"/>
        </a:buClr>
        <a:buFont typeface="Symbol" panose="05050102010706020507" pitchFamily="18" charset="2"/>
        <a:buChar char="-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540000" indent="-172800" algn="l" defTabSz="914400" rtl="0" eaLnBrk="1" latinLnBrk="0" hangingPunct="1">
        <a:lnSpc>
          <a:spcPct val="120000"/>
        </a:lnSpc>
        <a:spcBef>
          <a:spcPts val="600"/>
        </a:spcBef>
        <a:buClr>
          <a:schemeClr val="tx1"/>
        </a:buClr>
        <a:buFont typeface="Symbol" panose="05050102010706020507" pitchFamily="18" charset="2"/>
        <a:buChar char="-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540000" indent="-172800" algn="l" defTabSz="914400" rtl="0" eaLnBrk="1" latinLnBrk="0" hangingPunct="1">
        <a:lnSpc>
          <a:spcPct val="120000"/>
        </a:lnSpc>
        <a:spcBef>
          <a:spcPts val="600"/>
        </a:spcBef>
        <a:buClr>
          <a:schemeClr val="tx1"/>
        </a:buClr>
        <a:buFont typeface="Symbol" panose="05050102010706020507" pitchFamily="18" charset="2"/>
        <a:buChar char="-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5" pos="302">
          <p15:clr>
            <a:srgbClr val="F26B43"/>
          </p15:clr>
        </p15:guide>
        <p15:guide id="6" pos="7378">
          <p15:clr>
            <a:srgbClr val="F26B43"/>
          </p15:clr>
        </p15:guide>
        <p15:guide id="7" orient="horz" pos="843">
          <p15:clr>
            <a:srgbClr val="F26B43"/>
          </p15:clr>
        </p15:guide>
        <p15:guide id="8" orient="horz" pos="3974">
          <p15:clr>
            <a:srgbClr val="F26B43"/>
          </p15:clr>
        </p15:guide>
      </p15:sldGuideLst>
    </p:ext>
  </p:extLst>
</p:sldMaster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 - Wednesday 5/27/2026 day 1</a:t>
              <a:rPr lang="en-US" b="1" dirty="0">
                <a:solidFill>
                  <a:schemeClr val="dk1"/>
                </a:solidFill>
                <a:latin typeface="Noto Sans" panose="020B0502040504020204" pitchFamily="34" charset="0"/>
              </a:rPr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/>
        </p:txBody>
      </p:sp>
      <p:graphicFrame>
        <p:nvGraphicFramePr>
          <p:cNvPr id="100" name="Table plain"/>
          <p:cNvGraphicFramePr>
            <a:graphicFrameLocks noGrp="1"/>
          </p:cNvGraphicFramePr>
          <p:nvPr/>
        </p:nvGraphicFramePr>
        <p:xfrm>
          <a:off x="479375" y="1338264"/>
          <a:ext cx="11232000" cy="4878000"/>
        </p:xfrm>
        <a:graphic>
          <a:graphicData uri="http://schemas.openxmlformats.org/drawingml/2006/table">
            <a:tbl>
              <a:tblPr firstRow="1" firstCol="1" lastRow="1" bandRow="1">
                <a:tableStyleId>{2D5ABB26-0587-4C30-8999-92F81FD0307C}</a:tableStyleId>
              </a:tblPr>
              <a:tblGrid>
                <a:gridCol w="360000"/>
                <a:gridCol w="3852000"/>
                <a:gridCol w="1400000"/>
                <a:gridCol w="900000"/>
                <a:gridCol w="1300000"/>
                <a:gridCol w="3420000"/>
              </a:tblGrid>
              <a:tr h="216000">
                <a:tc gridSpan="2">
                  <a:txBody>
                    <a:bodyPr/>
                    <a:lstStyle/>
                    <a:p>
                      <a:pPr mar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800" dirty="0" cap="all" spc="50">
                          <a:solidFill>
                            <a:srgbClr val="878787"/>
                          </a:solidFill>
                          <a:latin typeface="Noto Sans" panose="020B0502040504020204" pitchFamily="34" charset="0"/>
                          <a:ea typeface="+mn-ea"/>
                          <a:cs typeface="Noto Sans" panose="020B0502040504020204" pitchFamily="34" charset="0"/>
                        </a:rPr>
                        <a:t>LEGEND PLACEHOLDER</a:t>
                      </a:r>
                      <a:endParaRPr lang="zh-CN" altLang="en-US" sz="800" dirty="0" cap="all" spc="50">
                        <a:solidFill>
                          <a:srgbClr val="878787"/>
                        </a:solidFill>
                      </a:endParaRPr>
                    </a:p>
                  </a:txBody>
                  <a:tcPr marL="72000" marR="72000" marT="0" marB="72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800" dirty="0" cap="all" spc="50">
                          <a:solidFill>
                            <a:srgbClr val="878787"/>
                          </a:solidFill>
                          <a:latin typeface="Noto Sans" panose="020B0502040504020204" pitchFamily="34" charset="0"/>
                          <a:ea typeface="+mn-ea"/>
                          <a:cs typeface="Noto Sans" panose="020B0502040504020204" pitchFamily="34" charset="0"/>
                        </a:rPr>
                        <a:t>TIME</a:t>
                      </a:r>
                      <a:endParaRPr lang="zh-CN" altLang="en-US" sz="800" dirty="0" cap="all" spc="50">
                        <a:solidFill>
                          <a:srgbClr val="878787"/>
                        </a:solidFill>
                      </a:endParaRPr>
                    </a:p>
                  </a:txBody>
                  <a:tcPr marL="72000" marR="72000" marT="0" marB="72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800" dirty="0" cap="all" spc="50">
                          <a:solidFill>
                            <a:srgbClr val="878787"/>
                          </a:solidFill>
                          <a:latin typeface="Noto Sans" panose="020B0502040504020204" pitchFamily="34" charset="0"/>
                          <a:ea typeface="+mn-ea"/>
                          <a:cs typeface="Noto Sans" panose="020B0502040504020204" pitchFamily="34" charset="0"/>
                        </a:rPr>
                        <a:t>HOLDER</a:t>
                      </a:r>
                      <a:endParaRPr lang="zh-CN" altLang="en-US" sz="800" dirty="0" cap="all" spc="50">
                        <a:solidFill>
                          <a:srgbClr val="878787"/>
                        </a:solidFill>
                      </a:endParaRPr>
                    </a:p>
                  </a:txBody>
                  <a:tcPr marL="72000" marR="72000" marT="0" marB="72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800" dirty="0" cap="all" spc="50">
                          <a:solidFill>
                            <a:srgbClr val="878787"/>
                          </a:solidFill>
                          <a:latin typeface="Noto Sans" panose="020B0502040504020204" pitchFamily="34" charset="0"/>
                          <a:ea typeface="+mn-ea"/>
                          <a:cs typeface="Noto Sans" panose="020B0502040504020204" pitchFamily="34" charset="0"/>
                        </a:rPr>
                        <a:t>PARTICIPANTS</a:t>
                      </a:r>
                      <a:endParaRPr lang="zh-CN" altLang="en-US" sz="800" dirty="0" cap="all" spc="50">
                        <a:solidFill>
                          <a:srgbClr val="878787"/>
                        </a:solidFill>
                      </a:endParaRPr>
                    </a:p>
                  </a:txBody>
                  <a:tcPr marL="72000" marR="72000" marT="0" marB="72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800" dirty="0" cap="all" spc="50">
                          <a:solidFill>
                            <a:srgbClr val="878787"/>
                          </a:solidFill>
                          <a:latin typeface="Noto Sans" panose="020B0502040504020204" pitchFamily="34" charset="0"/>
                          <a:ea typeface="+mn-ea"/>
                          <a:cs typeface="Noto Sans" panose="020B0502040504020204" pitchFamily="34" charset="0"/>
                        </a:rPr>
                        <a:t>DESCRIPTION</a:t>
                      </a:r>
                      <a:endParaRPr lang="zh-CN" altLang="en-US" sz="800" dirty="0" cap="all" spc="50">
                        <a:solidFill>
                          <a:srgbClr val="878787"/>
                        </a:solidFill>
                      </a:endParaRPr>
                    </a:p>
                  </a:txBody>
                  <a:tcPr marL="72000" marR="72000" marT="0" marB="72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22000">
                <a:tc>
                  <a:txBody>
                    <a:bodyPr/>
                    <a:lstStyle/>
                    <a:p>
                      <a:pPr mar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2400" dirty="0" b="1">
                          <a:solidFill>
                            <a:srgbClr val="237864"/>
                          </a:solidFill>
                          <a:latin typeface="Noto Sans Black" panose="020B0A02040504020204" pitchFamily="34" charset="0"/>
                          <a:ea typeface="+mn-ea"/>
                          <a:cs typeface="Noto Sans Black" panose="020B0A02040504020204" pitchFamily="34" charset="0"/>
                        </a:rPr>
                        <a:t>1</a:t>
                      </a:r>
                      <a:endParaRPr lang="zh-CN" altLang="en-US" sz="2400" dirty="0" b="1">
                        <a:solidFill>
                          <a:srgbClr val="237864"/>
                        </a:solidFill>
                      </a:endParaRPr>
                    </a:p>
                  </a:txBody>
                  <a:tcPr marL="72000" marR="72000" marT="36000" marB="36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200" dirty="0" b="1">
                          <a:latin typeface="Noto Sans" panose="020B0502040504020204" pitchFamily="34" charset="0"/>
                          <a:ea typeface="+mn-ea"/>
                          <a:cs typeface="Noto Sans" panose="020B0502040504020204" pitchFamily="34" charset="0"/>
                        </a:rPr>
                        <a:t>Warm up</a:t>
                      </a:r>
                      <a:endParaRPr lang="zh-CN" altLang="en-US" sz="1200" dirty="0" b="1"/>
                    </a:p>
                  </a:txBody>
                  <a:tcPr marL="72000" marR="72000" marT="72000" marB="72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200" dirty="0" b="1">
                          <a:latin typeface="Noto Sans" panose="020B0502040504020204" pitchFamily="34" charset="0"/>
                          <a:ea typeface="+mn-ea"/>
                          <a:cs typeface="Noto Sans" panose="020B0502040504020204" pitchFamily="34" charset="0"/>
                        </a:rPr>
                        <a:t>00:00~09:35</a:t>
                      </a:r>
                      <a:endParaRPr lang="zh-CN" altLang="en-US" sz="1200" dirty="0" b="1"/>
                    </a:p>
                  </a:txBody>
                  <a:tcPr marL="72000" marR="72000" marT="72000" marB="72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zh-CN" altLang="en-US" sz="1200" dirty="0" b="1"/>
                    </a:p>
                  </a:txBody>
                  <a:tcPr marL="72000" marR="72000" marT="72000" marB="72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zh-CN" altLang="en-US" sz="1200" dirty="0" b="1"/>
                    </a:p>
                  </a:txBody>
                  <a:tcPr marL="72000" marR="72000" marT="72000" marB="72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200" dirty="0" b="1">
                          <a:latin typeface="Noto Sans" panose="020B0502040504020204" pitchFamily="34" charset="0"/>
                          <a:ea typeface="+mn-ea"/>
                          <a:cs typeface="Noto Sans" panose="020B0502040504020204" pitchFamily="34" charset="0"/>
                        </a:rPr>
                        <a:t>ROOM：TBD</a:t>
                      </a:r>
                      <a:endParaRPr lang="zh-CN" altLang="en-US" sz="1200" dirty="0" b="1"/>
                    </a:p>
                  </a:txBody>
                  <a:tcPr marL="72000" marR="72000" marT="72000" marB="72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22000">
                <a:tc>
                  <a:txBody>
                    <a:bodyPr/>
                    <a:lstStyle/>
                    <a:p>
                      <a:pPr mar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zh-CN" altLang="en-US" sz="1200" dirty="0"/>
                    </a:p>
                  </a:txBody>
                  <a:tcPr marL="72000" marR="72000" marT="72000" marB="72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200" dirty="0">
                          <a:latin typeface="Noto Sans" panose="020B0502040504020204" pitchFamily="34" charset="0"/>
                          <a:ea typeface="+mn-ea"/>
                          <a:cs typeface="Noto Sans" panose="020B0502040504020204" pitchFamily="34" charset="0"/>
                        </a:rPr>
                        <a:t>Get together in the Meeting Room</a:t>
                      </a:r>
                      <a:endParaRPr lang="zh-CN" altLang="en-US" sz="1200" dirty="0"/>
                    </a:p>
                  </a:txBody>
                  <a:tcPr marL="72000" marR="72000" marT="72000" marB="72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200" dirty="0">
                          <a:latin typeface="Noto Sans" panose="020B0502040504020204" pitchFamily="34" charset="0"/>
                          <a:ea typeface="+mn-ea"/>
                          <a:cs typeface="Noto Sans" panose="020B0502040504020204" pitchFamily="34" charset="0"/>
                        </a:rPr>
                        <a:t>00:00~09:00</a:t>
                      </a:r>
                      <a:endParaRPr lang="zh-CN" altLang="en-US" sz="1200" dirty="0"/>
                    </a:p>
                  </a:txBody>
                  <a:tcPr marL="72000" marR="72000" marT="72000" marB="72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zh-CN" altLang="en-US" sz="1200" dirty="0"/>
                    </a:p>
                  </a:txBody>
                  <a:tcPr marL="72000" marR="72000" marT="72000" marB="72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zh-CN" altLang="en-US" sz="1200" dirty="0"/>
                    </a:p>
                  </a:txBody>
                  <a:tcPr marL="72000" marR="72000" marT="72000" marB="72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200" dirty="0">
                          <a:latin typeface="Noto Sans" panose="020B0502040504020204" pitchFamily="34" charset="0"/>
                          <a:ea typeface="+mn-ea"/>
                          <a:cs typeface="Noto Sans" panose="020B0502040504020204" pitchFamily="34" charset="0"/>
                        </a:rPr>
                        <a:t>Waking up</a:t>
                      </a:r>
                      <a:endParaRPr lang="zh-CN" altLang="en-US" sz="1200" dirty="0"/>
                    </a:p>
                  </a:txBody>
                  <a:tcPr marL="72000" marR="72000" marT="72000" marB="72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22000">
                <a:tc>
                  <a:txBody>
                    <a:bodyPr/>
                    <a:lstStyle/>
                    <a:p>
                      <a:pPr mar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zh-CN" altLang="en-US" sz="1200" dirty="0"/>
                    </a:p>
                  </a:txBody>
                  <a:tcPr marL="72000" marR="72000" marT="72000" marB="72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200" dirty="0">
                          <a:latin typeface="Noto Sans" panose="020B0502040504020204" pitchFamily="34" charset="0"/>
                          <a:ea typeface="+mn-ea"/>
                          <a:cs typeface="Noto Sans" panose="020B0502040504020204" pitchFamily="34" charset="0"/>
                        </a:rPr>
                        <a:t>Welcome &amp; Introduction</a:t>
                      </a:r>
                      <a:endParaRPr lang="zh-CN" altLang="en-US" sz="1200" dirty="0"/>
                    </a:p>
                  </a:txBody>
                  <a:tcPr marL="72000" marR="72000" marT="72000" marB="72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200" dirty="0">
                          <a:latin typeface="Noto Sans" panose="020B0502040504020204" pitchFamily="34" charset="0"/>
                          <a:ea typeface="+mn-ea"/>
                          <a:cs typeface="Noto Sans" panose="020B0502040504020204" pitchFamily="34" charset="0"/>
                        </a:rPr>
                        <a:t>09:00~09:30</a:t>
                      </a:r>
                      <a:endParaRPr lang="zh-CN" altLang="en-US" sz="1200" dirty="0"/>
                    </a:p>
                  </a:txBody>
                  <a:tcPr marL="72000" marR="72000" marT="72000" marB="72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200" dirty="0">
                          <a:latin typeface="Noto Sans" panose="020B0502040504020204" pitchFamily="34" charset="0"/>
                          <a:ea typeface="+mn-ea"/>
                          <a:cs typeface="Noto Sans" panose="020B0502040504020204" pitchFamily="34" charset="0"/>
                        </a:rPr>
                        <a:t>Simmon</a:t>
                      </a:r>
                      <a:endParaRPr lang="zh-CN" altLang="en-US" sz="1200" dirty="0"/>
                    </a:p>
                  </a:txBody>
                  <a:tcPr marL="72000" marR="72000" marT="72000" marB="72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200" dirty="0">
                          <a:latin typeface="Noto Sans" panose="020B0502040504020204" pitchFamily="34" charset="0"/>
                          <a:ea typeface="+mn-ea"/>
                          <a:cs typeface="Noto Sans" panose="020B0502040504020204" pitchFamily="34" charset="0"/>
                        </a:rPr>
                        <a:t>WS Members</a:t>
                      </a:r>
                      <a:endParaRPr lang="zh-CN" altLang="en-US" sz="1200" dirty="0"/>
                    </a:p>
                  </a:txBody>
                  <a:tcPr marL="72000" marR="72000" marT="72000" marB="72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200" dirty="0">
                          <a:latin typeface="Noto Sans" panose="020B0502040504020204" pitchFamily="34" charset="0"/>
                          <a:ea typeface="+mn-ea"/>
                          <a:cs typeface="Noto Sans" panose="020B0502040504020204" pitchFamily="34" charset="0"/>
                        </a:rPr>
                        <a:t>Greeting/netizen F2F meeting</a:t>
                      </a:r>
                      <a:endParaRPr lang="zh-CN" altLang="en-US" sz="1200" dirty="0"/>
                    </a:p>
                  </a:txBody>
                  <a:tcPr marL="72000" marR="72000" marT="72000" marB="72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22000">
                <a:tc>
                  <a:txBody>
                    <a:bodyPr/>
                    <a:lstStyle/>
                    <a:p>
                      <a:pPr mar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zh-CN" altLang="en-US" sz="1200" dirty="0"/>
                    </a:p>
                  </a:txBody>
                  <a:tcPr marL="72000" marR="72000" marT="72000" marB="72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200" dirty="0">
                          <a:latin typeface="Noto Sans" panose="020B0502040504020204" pitchFamily="34" charset="0"/>
                          <a:ea typeface="+mn-ea"/>
                          <a:cs typeface="Noto Sans" panose="020B0502040504020204" pitchFamily="34" charset="0"/>
                        </a:rPr>
                        <a:t>Agenda introduction</a:t>
                      </a:r>
                      <a:endParaRPr lang="zh-CN" altLang="en-US" sz="1200" dirty="0"/>
                    </a:p>
                  </a:txBody>
                  <a:tcPr marL="72000" marR="72000" marT="72000" marB="72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200" dirty="0">
                          <a:latin typeface="Noto Sans" panose="020B0502040504020204" pitchFamily="34" charset="0"/>
                          <a:ea typeface="+mn-ea"/>
                          <a:cs typeface="Noto Sans" panose="020B0502040504020204" pitchFamily="34" charset="0"/>
                        </a:rPr>
                        <a:t>09:30~09:35</a:t>
                      </a:r>
                      <a:endParaRPr lang="zh-CN" altLang="en-US" sz="1200" dirty="0"/>
                    </a:p>
                  </a:txBody>
                  <a:tcPr marL="72000" marR="72000" marT="72000" marB="72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200" dirty="0">
                          <a:latin typeface="Noto Sans" panose="020B0502040504020204" pitchFamily="34" charset="0"/>
                          <a:ea typeface="+mn-ea"/>
                          <a:cs typeface="Noto Sans" panose="020B0502040504020204" pitchFamily="34" charset="0"/>
                        </a:rPr>
                        <a:t>Ziwen</a:t>
                      </a:r>
                      <a:endParaRPr lang="zh-CN" altLang="en-US" sz="1200" dirty="0"/>
                    </a:p>
                  </a:txBody>
                  <a:tcPr marL="72000" marR="72000" marT="72000" marB="72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200" dirty="0">
                          <a:latin typeface="Noto Sans" panose="020B0502040504020204" pitchFamily="34" charset="0"/>
                          <a:ea typeface="+mn-ea"/>
                          <a:cs typeface="Noto Sans" panose="020B0502040504020204" pitchFamily="34" charset="0"/>
                        </a:rPr>
                        <a:t>WS Members</a:t>
                      </a:r>
                      <a:endParaRPr lang="zh-CN" altLang="en-US" sz="1200" dirty="0"/>
                    </a:p>
                  </a:txBody>
                  <a:tcPr marL="72000" marR="72000" marT="72000" marB="72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200" dirty="0">
                          <a:latin typeface="Noto Sans" panose="020B0502040504020204" pitchFamily="34" charset="0"/>
                          <a:ea typeface="+mn-ea"/>
                          <a:cs typeface="Noto Sans" panose="020B0502040504020204" pitchFamily="34" charset="0"/>
                        </a:rPr>
                        <a:t>Telling you when you can take a break</a:t>
                      </a:r>
                      <a:endParaRPr lang="zh-CN" altLang="en-US" sz="1200" dirty="0"/>
                    </a:p>
                  </a:txBody>
                  <a:tcPr marL="72000" marR="72000" marT="72000" marB="72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22000">
                <a:tc>
                  <a:txBody>
                    <a:bodyPr/>
                    <a:lstStyle/>
                    <a:p>
                      <a:pPr mar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2400" dirty="0" b="1">
                          <a:solidFill>
                            <a:srgbClr val="237864"/>
                          </a:solidFill>
                          <a:latin typeface="Noto Sans Black" panose="020B0A02040504020204" pitchFamily="34" charset="0"/>
                          <a:ea typeface="+mn-ea"/>
                          <a:cs typeface="Noto Sans Black" panose="020B0A02040504020204" pitchFamily="34" charset="0"/>
                        </a:rPr>
                        <a:t>2</a:t>
                      </a:r>
                      <a:endParaRPr lang="zh-CN" altLang="en-US" sz="2400" dirty="0" b="1">
                        <a:solidFill>
                          <a:srgbClr val="237864"/>
                        </a:solidFill>
                      </a:endParaRPr>
                    </a:p>
                  </a:txBody>
                  <a:tcPr marL="72000" marR="72000" marT="36000" marB="36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200" dirty="0" b="1">
                          <a:latin typeface="Noto Sans" panose="020B0502040504020204" pitchFamily="34" charset="0"/>
                          <a:ea typeface="+mn-ea"/>
                          <a:cs typeface="Noto Sans" panose="020B0502040504020204" pitchFamily="34" charset="0"/>
                        </a:rPr>
                        <a:t>BU Strategy</a:t>
                      </a:r>
                      <a:endParaRPr lang="zh-CN" altLang="en-US" sz="1200" dirty="0" b="1"/>
                    </a:p>
                  </a:txBody>
                  <a:tcPr marL="72000" marR="72000" marT="72000" marB="72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200" dirty="0" b="1">
                          <a:latin typeface="Noto Sans" panose="020B0502040504020204" pitchFamily="34" charset="0"/>
                          <a:ea typeface="+mn-ea"/>
                          <a:cs typeface="Noto Sans" panose="020B0502040504020204" pitchFamily="34" charset="0"/>
                        </a:rPr>
                        <a:t>09:35~12:00</a:t>
                      </a:r>
                      <a:endParaRPr lang="zh-CN" altLang="en-US" sz="1200" dirty="0" b="1"/>
                    </a:p>
                  </a:txBody>
                  <a:tcPr marL="72000" marR="72000" marT="72000" marB="72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zh-CN" altLang="en-US" sz="1200" dirty="0" b="1"/>
                    </a:p>
                  </a:txBody>
                  <a:tcPr marL="72000" marR="72000" marT="72000" marB="72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zh-CN" altLang="en-US" sz="1200" dirty="0" b="1"/>
                    </a:p>
                  </a:txBody>
                  <a:tcPr marL="72000" marR="72000" marT="72000" marB="72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zh-CN" altLang="en-US" sz="1200" dirty="0" b="1"/>
                    </a:p>
                  </a:txBody>
                  <a:tcPr marL="72000" marR="72000" marT="72000" marB="72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22000">
                <a:tc>
                  <a:txBody>
                    <a:bodyPr/>
                    <a:lstStyle/>
                    <a:p>
                      <a:pPr mar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zh-CN" altLang="en-US" sz="1200" dirty="0"/>
                    </a:p>
                  </a:txBody>
                  <a:tcPr marL="72000" marR="72000" marT="72000" marB="72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200" dirty="0">
                          <a:latin typeface="Noto Sans" panose="020B0502040504020204" pitchFamily="34" charset="0"/>
                          <a:ea typeface="+mn-ea"/>
                          <a:cs typeface="Noto Sans" panose="020B0502040504020204" pitchFamily="34" charset="0"/>
                        </a:rPr>
                        <a:t>Strategy, MYP, 2026 focus</a:t>
                      </a:r>
                      <a:endParaRPr lang="zh-CN" altLang="en-US" sz="1200" dirty="0"/>
                    </a:p>
                  </a:txBody>
                  <a:tcPr marL="72000" marR="72000" marT="72000" marB="72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200" dirty="0">
                          <a:latin typeface="Noto Sans" panose="020B0502040504020204" pitchFamily="34" charset="0"/>
                          <a:ea typeface="+mn-ea"/>
                          <a:cs typeface="Noto Sans" panose="020B0502040504020204" pitchFamily="34" charset="0"/>
                        </a:rPr>
                        <a:t>09:35~10:35</a:t>
                      </a:r>
                      <a:endParaRPr lang="zh-CN" altLang="en-US" sz="1200" dirty="0"/>
                    </a:p>
                  </a:txBody>
                  <a:tcPr marL="72000" marR="72000" marT="72000" marB="72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200" dirty="0">
                          <a:latin typeface="Noto Sans" panose="020B0502040504020204" pitchFamily="34" charset="0"/>
                          <a:ea typeface="+mn-ea"/>
                          <a:cs typeface="Noto Sans" panose="020B0502040504020204" pitchFamily="34" charset="0"/>
                        </a:rPr>
                        <a:t>Lang</a:t>
                      </a:r>
                      <a:endParaRPr lang="zh-CN" altLang="en-US" sz="1200" dirty="0"/>
                    </a:p>
                  </a:txBody>
                  <a:tcPr marL="72000" marR="72000" marT="72000" marB="72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200" dirty="0">
                          <a:latin typeface="Noto Sans" panose="020B0502040504020204" pitchFamily="34" charset="0"/>
                          <a:ea typeface="+mn-ea"/>
                          <a:cs typeface="Noto Sans" panose="020B0502040504020204" pitchFamily="34" charset="0"/>
                        </a:rPr>
                        <a:t>Extension</a:t>
                      </a:r>
                      <a:endParaRPr lang="zh-CN" altLang="en-US" sz="1200" dirty="0"/>
                    </a:p>
                  </a:txBody>
                  <a:tcPr marL="72000" marR="72000" marT="72000" marB="72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zh-CN" altLang="en-US" sz="1200" dirty="0"/>
                    </a:p>
                  </a:txBody>
                  <a:tcPr marL="72000" marR="72000" marT="72000" marB="72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22000">
                <a:tc>
                  <a:txBody>
                    <a:bodyPr/>
                    <a:lstStyle/>
                    <a:p>
                      <a:pPr mar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zh-CN" altLang="en-US" sz="1200" dirty="0"/>
                    </a:p>
                  </a:txBody>
                  <a:tcPr marL="72000" marR="72000" marT="72000" marB="72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200" dirty="0">
                          <a:latin typeface="Noto Sans" panose="020B0502040504020204" pitchFamily="34" charset="0"/>
                          <a:ea typeface="+mn-ea"/>
                          <a:cs typeface="Noto Sans" panose="020B0502040504020204" pitchFamily="34" charset="0"/>
                        </a:rPr>
                        <a:t>Q&amp;A</a:t>
                      </a:r>
                      <a:endParaRPr lang="zh-CN" altLang="en-US" sz="1200" dirty="0"/>
                    </a:p>
                  </a:txBody>
                  <a:tcPr marL="72000" marR="72000" marT="72000" marB="72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200" dirty="0">
                          <a:latin typeface="Noto Sans" panose="020B0502040504020204" pitchFamily="34" charset="0"/>
                          <a:ea typeface="+mn-ea"/>
                          <a:cs typeface="Noto Sans" panose="020B0502040504020204" pitchFamily="34" charset="0"/>
                        </a:rPr>
                        <a:t>10:35~10:45</a:t>
                      </a:r>
                      <a:endParaRPr lang="zh-CN" altLang="en-US" sz="1200" dirty="0"/>
                    </a:p>
                  </a:txBody>
                  <a:tcPr marL="72000" marR="72000" marT="72000" marB="72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zh-CN" altLang="en-US" sz="1200" dirty="0"/>
                    </a:p>
                  </a:txBody>
                  <a:tcPr marL="72000" marR="72000" marT="72000" marB="72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200" dirty="0">
                          <a:latin typeface="Noto Sans" panose="020B0502040504020204" pitchFamily="34" charset="0"/>
                          <a:ea typeface="+mn-ea"/>
                          <a:cs typeface="Noto Sans" panose="020B0502040504020204" pitchFamily="34" charset="0"/>
                        </a:rPr>
                        <a:t>Extension</a:t>
                      </a:r>
                      <a:endParaRPr lang="zh-CN" altLang="en-US" sz="1200" dirty="0"/>
                    </a:p>
                  </a:txBody>
                  <a:tcPr marL="72000" marR="72000" marT="72000" marB="72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zh-CN" altLang="en-US" sz="1200" dirty="0"/>
                    </a:p>
                  </a:txBody>
                  <a:tcPr marL="72000" marR="72000" marT="72000" marB="72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22000">
                <a:tc>
                  <a:txBody>
                    <a:bodyPr/>
                    <a:lstStyle/>
                    <a:p>
                      <a:pPr mar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zh-CN" altLang="en-US" sz="1200" dirty="0"/>
                    </a:p>
                  </a:txBody>
                  <a:tcPr marL="72000" marR="72000" marT="72000" marB="72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200" dirty="0">
                          <a:latin typeface="Noto Sans" panose="020B0502040504020204" pitchFamily="34" charset="0"/>
                          <a:ea typeface="+mn-ea"/>
                          <a:cs typeface="Noto Sans" panose="020B0502040504020204" pitchFamily="34" charset="0"/>
                        </a:rPr>
                        <a:t>Break</a:t>
                      </a:r>
                      <a:endParaRPr lang="zh-CN" altLang="en-US" sz="1200" dirty="0"/>
                    </a:p>
                  </a:txBody>
                  <a:tcPr marL="72000" marR="72000" marT="72000" marB="72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200" dirty="0">
                          <a:latin typeface="Noto Sans" panose="020B0502040504020204" pitchFamily="34" charset="0"/>
                          <a:ea typeface="+mn-ea"/>
                          <a:cs typeface="Noto Sans" panose="020B0502040504020204" pitchFamily="34" charset="0"/>
                        </a:rPr>
                        <a:t>10:45~11:15</a:t>
                      </a:r>
                      <a:endParaRPr lang="zh-CN" altLang="en-US" sz="1200" dirty="0"/>
                    </a:p>
                  </a:txBody>
                  <a:tcPr marL="72000" marR="72000" marT="72000" marB="72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zh-CN" altLang="en-US" sz="1200" dirty="0"/>
                    </a:p>
                  </a:txBody>
                  <a:tcPr marL="72000" marR="72000" marT="72000" marB="72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zh-CN" altLang="en-US" sz="1200" dirty="0"/>
                    </a:p>
                  </a:txBody>
                  <a:tcPr marL="72000" marR="72000" marT="72000" marB="72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zh-CN" altLang="en-US" sz="1200" dirty="0"/>
                    </a:p>
                  </a:txBody>
                  <a:tcPr marL="72000" marR="72000" marT="72000" marB="72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22000">
                <a:tc>
                  <a:txBody>
                    <a:bodyPr/>
                    <a:lstStyle/>
                    <a:p>
                      <a:pPr mar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zh-CN" altLang="en-US" sz="1200" dirty="0"/>
                    </a:p>
                  </a:txBody>
                  <a:tcPr marL="72000" marR="72000" marT="72000" marB="72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200" dirty="0">
                          <a:latin typeface="Noto Sans" panose="020B0502040504020204" pitchFamily="34" charset="0"/>
                          <a:ea typeface="+mn-ea"/>
                          <a:cs typeface="Noto Sans" panose="020B0502040504020204" pitchFamily="34" charset="0"/>
                        </a:rPr>
                        <a:t>Market Overview</a:t>
                      </a:r>
                      <a:endParaRPr lang="zh-CN" altLang="en-US" sz="1200" dirty="0"/>
                    </a:p>
                  </a:txBody>
                  <a:tcPr marL="72000" marR="72000" marT="72000" marB="72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200" dirty="0">
                          <a:latin typeface="Noto Sans" panose="020B0502040504020204" pitchFamily="34" charset="0"/>
                          <a:ea typeface="+mn-ea"/>
                          <a:cs typeface="Noto Sans" panose="020B0502040504020204" pitchFamily="34" charset="0"/>
                        </a:rPr>
                        <a:t>11:15~11:45</a:t>
                      </a:r>
                      <a:endParaRPr lang="zh-CN" altLang="en-US" sz="1200" dirty="0"/>
                    </a:p>
                  </a:txBody>
                  <a:tcPr marL="72000" marR="72000" marT="72000" marB="72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200" dirty="0">
                          <a:latin typeface="Noto Sans" panose="020B0502040504020204" pitchFamily="34" charset="0"/>
                          <a:ea typeface="+mn-ea"/>
                          <a:cs typeface="Noto Sans" panose="020B0502040504020204" pitchFamily="34" charset="0"/>
                        </a:rPr>
                        <a:t>Ziwen</a:t>
                      </a:r>
                      <a:endParaRPr lang="zh-CN" altLang="en-US" sz="1200" dirty="0"/>
                    </a:p>
                  </a:txBody>
                  <a:tcPr marL="72000" marR="72000" marT="72000" marB="72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200" dirty="0">
                          <a:latin typeface="Noto Sans" panose="020B0502040504020204" pitchFamily="34" charset="0"/>
                          <a:ea typeface="+mn-ea"/>
                          <a:cs typeface="Noto Sans" panose="020B0502040504020204" pitchFamily="34" charset="0"/>
                        </a:rPr>
                        <a:t>Extension</a:t>
                      </a:r>
                      <a:endParaRPr lang="zh-CN" altLang="en-US" sz="1200" dirty="0"/>
                    </a:p>
                  </a:txBody>
                  <a:tcPr marL="72000" marR="72000" marT="72000" marB="72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zh-CN" altLang="en-US" sz="1200" dirty="0"/>
                    </a:p>
                  </a:txBody>
                  <a:tcPr marL="72000" marR="72000" marT="72000" marB="72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22000">
                <a:tc>
                  <a:txBody>
                    <a:bodyPr/>
                    <a:lstStyle/>
                    <a:p>
                      <a:pPr mar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zh-CN" altLang="en-US" sz="1200" dirty="0"/>
                    </a:p>
                  </a:txBody>
                  <a:tcPr marL="72000" marR="72000" marT="72000" marB="72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200" dirty="0">
                          <a:latin typeface="Noto Sans" panose="020B0502040504020204" pitchFamily="34" charset="0"/>
                          <a:ea typeface="+mn-ea"/>
                          <a:cs typeface="Noto Sans" panose="020B0502040504020204" pitchFamily="34" charset="0"/>
                        </a:rPr>
                        <a:t>Q&amp;A and open discussion</a:t>
                      </a:r>
                      <a:endParaRPr lang="zh-CN" altLang="en-US" sz="1200" dirty="0"/>
                    </a:p>
                  </a:txBody>
                  <a:tcPr marL="72000" marR="72000" marT="72000" marB="72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200" dirty="0">
                          <a:latin typeface="Noto Sans" panose="020B0502040504020204" pitchFamily="34" charset="0"/>
                          <a:ea typeface="+mn-ea"/>
                          <a:cs typeface="Noto Sans" panose="020B0502040504020204" pitchFamily="34" charset="0"/>
                        </a:rPr>
                        <a:t>11:45~12:00</a:t>
                      </a:r>
                      <a:endParaRPr lang="zh-CN" altLang="en-US" sz="1200" dirty="0"/>
                    </a:p>
                  </a:txBody>
                  <a:tcPr marL="72000" marR="72000" marT="72000" marB="72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zh-CN" altLang="en-US" sz="1200" dirty="0"/>
                    </a:p>
                  </a:txBody>
                  <a:tcPr marL="72000" marR="72000" marT="72000" marB="72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200" dirty="0">
                          <a:latin typeface="Noto Sans" panose="020B0502040504020204" pitchFamily="34" charset="0"/>
                          <a:ea typeface="+mn-ea"/>
                          <a:cs typeface="Noto Sans" panose="020B0502040504020204" pitchFamily="34" charset="0"/>
                        </a:rPr>
                        <a:t>Extension</a:t>
                      </a:r>
                      <a:endParaRPr lang="zh-CN" altLang="en-US" sz="1200" dirty="0"/>
                    </a:p>
                  </a:txBody>
                  <a:tcPr marL="72000" marR="72000" marT="72000" marB="72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zh-CN" altLang="en-US" sz="1200" dirty="0"/>
                    </a:p>
                  </a:txBody>
                  <a:tcPr marL="72000" marR="72000" marT="72000" marB="72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22000">
                <a:tc>
                  <a:txBody>
                    <a:bodyPr/>
                    <a:lstStyle/>
                    <a:p>
                      <a:pPr mar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2400" dirty="0" b="1">
                          <a:solidFill>
                            <a:srgbClr val="237864"/>
                          </a:solidFill>
                          <a:latin typeface="Noto Sans Black" panose="020B0A02040504020204" pitchFamily="34" charset="0"/>
                          <a:ea typeface="+mn-ea"/>
                          <a:cs typeface="Noto Sans Black" panose="020B0A02040504020204" pitchFamily="34" charset="0"/>
                        </a:rPr>
                        <a:t>3</a:t>
                      </a:r>
                      <a:endParaRPr lang="zh-CN" altLang="en-US" sz="2400" dirty="0" b="1">
                        <a:solidFill>
                          <a:srgbClr val="237864"/>
                        </a:solidFill>
                      </a:endParaRPr>
                    </a:p>
                  </a:txBody>
                  <a:tcPr marL="72000" marR="72000" marT="36000" marB="36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200" dirty="0" b="1">
                          <a:latin typeface="Noto Sans" panose="020B0502040504020204" pitchFamily="34" charset="0"/>
                          <a:ea typeface="+mn-ea"/>
                          <a:cs typeface="Noto Sans" panose="020B0502040504020204" pitchFamily="34" charset="0"/>
                        </a:rPr>
                        <a:t>Lunch</a:t>
                      </a:r>
                      <a:endParaRPr lang="zh-CN" altLang="en-US" sz="1200" dirty="0" b="1"/>
                    </a:p>
                  </a:txBody>
                  <a:tcPr marL="72000" marR="72000" marT="72000" marB="72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200" dirty="0" b="1">
                          <a:latin typeface="Noto Sans" panose="020B0502040504020204" pitchFamily="34" charset="0"/>
                          <a:ea typeface="+mn-ea"/>
                          <a:cs typeface="Noto Sans" panose="020B0502040504020204" pitchFamily="34" charset="0"/>
                        </a:rPr>
                        <a:t>12:00~13:15</a:t>
                      </a:r>
                      <a:endParaRPr lang="zh-CN" altLang="en-US" sz="1200" dirty="0" b="1"/>
                    </a:p>
                  </a:txBody>
                  <a:tcPr marL="72000" marR="72000" marT="72000" marB="72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zh-CN" altLang="en-US" sz="1200" dirty="0" b="1"/>
                    </a:p>
                  </a:txBody>
                  <a:tcPr marL="72000" marR="72000" marT="72000" marB="72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zh-CN" altLang="en-US" sz="1200" dirty="0" b="1"/>
                    </a:p>
                  </a:txBody>
                  <a:tcPr marL="72000" marR="72000" marT="72000" marB="72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zh-CN" altLang="en-US" sz="1200" dirty="0" b="1"/>
                    </a:p>
                  </a:txBody>
                  <a:tcPr marL="72000" marR="72000" marT="72000" marB="72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22000">
                <a:tc>
                  <a:txBody>
                    <a:bodyPr/>
                    <a:lstStyle/>
                    <a:p>
                      <a:pPr mar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2400" dirty="0" b="1">
                          <a:solidFill>
                            <a:srgbClr val="237864"/>
                          </a:solidFill>
                          <a:latin typeface="Noto Sans Black" panose="020B0A02040504020204" pitchFamily="34" charset="0"/>
                          <a:ea typeface="+mn-ea"/>
                          <a:cs typeface="Noto Sans Black" panose="020B0A02040504020204" pitchFamily="34" charset="0"/>
                        </a:rPr>
                        <a:t>4</a:t>
                      </a:r>
                      <a:endParaRPr lang="zh-CN" altLang="en-US" sz="2400" dirty="0" b="1">
                        <a:solidFill>
                          <a:srgbClr val="237864"/>
                        </a:solidFill>
                      </a:endParaRPr>
                    </a:p>
                  </a:txBody>
                  <a:tcPr marL="72000" marR="72000" marT="36000" marB="36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200" dirty="0" b="1">
                          <a:latin typeface="Noto Sans" panose="020B0502040504020204" pitchFamily="34" charset="0"/>
                          <a:ea typeface="+mn-ea"/>
                          <a:cs typeface="Noto Sans" panose="020B0502040504020204" pitchFamily="34" charset="0"/>
                        </a:rPr>
                        <a:t>R&amp;D</a:t>
                      </a:r>
                      <a:endParaRPr lang="zh-CN" altLang="en-US" sz="1200" dirty="0" b="1"/>
                    </a:p>
                  </a:txBody>
                  <a:tcPr marL="72000" marR="72000" marT="72000" marB="72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200" dirty="0" b="1">
                          <a:latin typeface="Noto Sans" panose="020B0502040504020204" pitchFamily="34" charset="0"/>
                          <a:ea typeface="+mn-ea"/>
                          <a:cs typeface="Noto Sans" panose="020B0502040504020204" pitchFamily="34" charset="0"/>
                        </a:rPr>
                        <a:t>13:15~15:15</a:t>
                      </a:r>
                      <a:endParaRPr lang="zh-CN" altLang="en-US" sz="1200" dirty="0" b="1"/>
                    </a:p>
                  </a:txBody>
                  <a:tcPr marL="72000" marR="72000" marT="72000" marB="72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zh-CN" altLang="en-US" sz="1200" dirty="0" b="1"/>
                    </a:p>
                  </a:txBody>
                  <a:tcPr marL="72000" marR="72000" marT="72000" marB="72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zh-CN" altLang="en-US" sz="1200" dirty="0" b="1"/>
                    </a:p>
                  </a:txBody>
                  <a:tcPr marL="72000" marR="72000" marT="72000" marB="72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zh-CN" altLang="en-US" sz="1200" dirty="0" b="1"/>
                    </a:p>
                  </a:txBody>
                  <a:tcPr marL="72000" marR="72000" marT="72000" marB="72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22000">
                <a:tc>
                  <a:txBody>
                    <a:bodyPr/>
                    <a:lstStyle/>
                    <a:p>
                      <a:pPr mar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zh-CN" altLang="en-US" sz="1200" dirty="0"/>
                    </a:p>
                  </a:txBody>
                  <a:tcPr marL="72000" marR="72000" marT="72000" marB="72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200" dirty="0">
                          <a:latin typeface="Noto Sans" panose="020B0502040504020204" pitchFamily="34" charset="0"/>
                          <a:ea typeface="+mn-ea"/>
                          <a:cs typeface="Noto Sans" panose="020B0502040504020204" pitchFamily="34" charset="0"/>
                        </a:rPr>
                        <a:t>Dual-stage OD for Tsingshan EDS1-H</a:t>
                      </a:r>
                      <a:endParaRPr lang="zh-CN" altLang="en-US" sz="1200" dirty="0"/>
                    </a:p>
                  </a:txBody>
                  <a:tcPr marL="72000" marR="72000" marT="72000" marB="72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200" dirty="0">
                          <a:latin typeface="Noto Sans" panose="020B0502040504020204" pitchFamily="34" charset="0"/>
                          <a:ea typeface="+mn-ea"/>
                          <a:cs typeface="Noto Sans" panose="020B0502040504020204" pitchFamily="34" charset="0"/>
                        </a:rPr>
                        <a:t>13:15~13:40</a:t>
                      </a:r>
                      <a:endParaRPr lang="zh-CN" altLang="en-US" sz="1200" dirty="0"/>
                    </a:p>
                  </a:txBody>
                  <a:tcPr marL="72000" marR="72000" marT="72000" marB="72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200" dirty="0">
                          <a:latin typeface="Noto Sans" panose="020B0502040504020204" pitchFamily="34" charset="0"/>
                          <a:ea typeface="+mn-ea"/>
                          <a:cs typeface="Noto Sans" panose="020B0502040504020204" pitchFamily="34" charset="0"/>
                        </a:rPr>
                        <a:t>Lora</a:t>
                      </a:r>
                      <a:endParaRPr lang="zh-CN" altLang="en-US" sz="1200" dirty="0"/>
                    </a:p>
                  </a:txBody>
                  <a:tcPr marL="72000" marR="72000" marT="72000" marB="72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200" dirty="0">
                          <a:latin typeface="Noto Sans" panose="020B0502040504020204" pitchFamily="34" charset="0"/>
                          <a:ea typeface="+mn-ea"/>
                          <a:cs typeface="Noto Sans" panose="020B0502040504020204" pitchFamily="34" charset="0"/>
                        </a:rPr>
                        <a:t>Extension</a:t>
                      </a:r>
                      <a:endParaRPr lang="zh-CN" altLang="en-US" sz="1200" dirty="0"/>
                    </a:p>
                  </a:txBody>
                  <a:tcPr marL="72000" marR="72000" marT="72000" marB="72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200" dirty="0">
                          <a:latin typeface="Noto Sans" panose="020B0502040504020204" pitchFamily="34" charset="0"/>
                          <a:ea typeface="+mn-ea"/>
                          <a:cs typeface="Noto Sans" panose="020B0502040504020204" pitchFamily="34" charset="0"/>
                        </a:rPr>
                        <a:t>DFM Review based on Physical prototype + slides &amp; design file</a:t>
                      </a:r>
                      <a:endParaRPr lang="zh-CN" altLang="en-US" sz="1200" dirty="0"/>
                    </a:p>
                  </a:txBody>
                  <a:tcPr marL="72000" marR="72000" marT="72000" marB="72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22000">
                <a:tc>
                  <a:txBody>
                    <a:bodyPr/>
                    <a:lstStyle/>
                    <a:p>
                      <a:pPr mar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zh-CN" altLang="en-US" sz="1200" dirty="0"/>
                    </a:p>
                  </a:txBody>
                  <a:tcPr marL="72000" marR="72000" marT="72000" marB="72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200" dirty="0">
                          <a:latin typeface="Noto Sans" panose="020B0502040504020204" pitchFamily="34" charset="0"/>
                          <a:ea typeface="+mn-ea"/>
                          <a:cs typeface="Noto Sans" panose="020B0502040504020204" pitchFamily="34" charset="0"/>
                        </a:rPr>
                        <a:t>Standalone GaN DCDC HV/12/48</a:t>
                      </a:r>
                      <a:endParaRPr lang="zh-CN" altLang="en-US" sz="1200" dirty="0"/>
                    </a:p>
                  </a:txBody>
                  <a:tcPr marL="72000" marR="72000" marT="72000" marB="72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200" dirty="0">
                          <a:latin typeface="Noto Sans" panose="020B0502040504020204" pitchFamily="34" charset="0"/>
                          <a:ea typeface="+mn-ea"/>
                          <a:cs typeface="Noto Sans" panose="020B0502040504020204" pitchFamily="34" charset="0"/>
                        </a:rPr>
                        <a:t>13:40~14:00</a:t>
                      </a:r>
                      <a:endParaRPr lang="zh-CN" altLang="en-US" sz="1200" dirty="0"/>
                    </a:p>
                  </a:txBody>
                  <a:tcPr marL="72000" marR="72000" marT="72000" marB="72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200" dirty="0">
                          <a:latin typeface="Noto Sans" panose="020B0502040504020204" pitchFamily="34" charset="0"/>
                          <a:ea typeface="+mn-ea"/>
                          <a:cs typeface="Noto Sans" panose="020B0502040504020204" pitchFamily="34" charset="0"/>
                        </a:rPr>
                        <a:t>Lora</a:t>
                      </a:r>
                      <a:endParaRPr lang="zh-CN" altLang="en-US" sz="1200" dirty="0"/>
                    </a:p>
                  </a:txBody>
                  <a:tcPr marL="72000" marR="72000" marT="72000" marB="72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200" dirty="0">
                          <a:latin typeface="Noto Sans" panose="020B0502040504020204" pitchFamily="34" charset="0"/>
                          <a:ea typeface="+mn-ea"/>
                          <a:cs typeface="Noto Sans" panose="020B0502040504020204" pitchFamily="34" charset="0"/>
                        </a:rPr>
                        <a:t>Extension</a:t>
                      </a:r>
                      <a:endParaRPr lang="zh-CN" altLang="en-US" sz="1200" dirty="0"/>
                    </a:p>
                  </a:txBody>
                  <a:tcPr marL="72000" marR="72000" marT="72000" marB="72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200" dirty="0">
                          <a:latin typeface="Noto Sans" panose="020B0502040504020204" pitchFamily="34" charset="0"/>
                          <a:ea typeface="+mn-ea"/>
                          <a:cs typeface="Noto Sans" panose="020B0502040504020204" pitchFamily="34" charset="0"/>
                        </a:rPr>
                        <a:t>DFM Review based on Physical prototype + slides &amp; design file</a:t>
                      </a:r>
                      <a:endParaRPr lang="zh-CN" altLang="en-US" sz="1200" dirty="0"/>
                    </a:p>
                  </a:txBody>
                  <a:tcPr marL="72000" marR="72000" marT="72000" marB="72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22000">
                <a:tc>
                  <a:txBody>
                    <a:bodyPr/>
                    <a:lstStyle/>
                    <a:p>
                      <a:pPr mar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zh-CN" altLang="en-US" sz="1200" dirty="0"/>
                    </a:p>
                  </a:txBody>
                  <a:tcPr marL="72000" marR="72000" marT="72000" marB="72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200" dirty="0">
                          <a:latin typeface="Noto Sans" panose="020B0502040504020204" pitchFamily="34" charset="0"/>
                          <a:ea typeface="+mn-ea"/>
                          <a:cs typeface="Noto Sans" panose="020B0502040504020204" pitchFamily="34" charset="0"/>
                        </a:rPr>
                        <a:t>Single-stage GaN OBC+DCDC 7kw for China</a:t>
                      </a:r>
                      <a:endParaRPr lang="zh-CN" altLang="en-US" sz="1200" dirty="0"/>
                    </a:p>
                  </a:txBody>
                  <a:tcPr marL="72000" marR="72000" marT="72000" marB="72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200" dirty="0">
                          <a:latin typeface="Noto Sans" panose="020B0502040504020204" pitchFamily="34" charset="0"/>
                          <a:ea typeface="+mn-ea"/>
                          <a:cs typeface="Noto Sans" panose="020B0502040504020204" pitchFamily="34" charset="0"/>
                        </a:rPr>
                        <a:t>14:00~14:25</a:t>
                      </a:r>
                      <a:endParaRPr lang="zh-CN" altLang="en-US" sz="1200" dirty="0"/>
                    </a:p>
                  </a:txBody>
                  <a:tcPr marL="72000" marR="72000" marT="72000" marB="72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200" dirty="0">
                          <a:latin typeface="Noto Sans" panose="020B0502040504020204" pitchFamily="34" charset="0"/>
                          <a:ea typeface="+mn-ea"/>
                          <a:cs typeface="Noto Sans" panose="020B0502040504020204" pitchFamily="34" charset="0"/>
                        </a:rPr>
                        <a:t>Lora</a:t>
                      </a:r>
                      <a:endParaRPr lang="zh-CN" altLang="en-US" sz="1200" dirty="0"/>
                    </a:p>
                  </a:txBody>
                  <a:tcPr marL="72000" marR="72000" marT="72000" marB="72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200" dirty="0">
                          <a:latin typeface="Noto Sans" panose="020B0502040504020204" pitchFamily="34" charset="0"/>
                          <a:ea typeface="+mn-ea"/>
                          <a:cs typeface="Noto Sans" panose="020B0502040504020204" pitchFamily="34" charset="0"/>
                        </a:rPr>
                        <a:t>Extension</a:t>
                      </a:r>
                      <a:endParaRPr lang="zh-CN" altLang="en-US" sz="1200" dirty="0"/>
                    </a:p>
                  </a:txBody>
                  <a:tcPr marL="72000" marR="72000" marT="72000" marB="72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200" dirty="0">
                          <a:latin typeface="Noto Sans" panose="020B0502040504020204" pitchFamily="34" charset="0"/>
                          <a:ea typeface="+mn-ea"/>
                          <a:cs typeface="Noto Sans" panose="020B0502040504020204" pitchFamily="34" charset="0"/>
                        </a:rPr>
                        <a:t>DFM Review based on Physical prototype + slides &amp; design file</a:t>
                      </a:r>
                      <a:endParaRPr lang="zh-CN" altLang="en-US" sz="1200" dirty="0"/>
                    </a:p>
                  </a:txBody>
                  <a:tcPr marL="72000" marR="72000" marT="72000" marB="72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22000">
                <a:tc>
                  <a:txBody>
                    <a:bodyPr/>
                    <a:lstStyle/>
                    <a:p>
                      <a:pPr mar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zh-CN" altLang="en-US" sz="1200" dirty="0"/>
                    </a:p>
                  </a:txBody>
                  <a:tcPr marL="72000" marR="72000" marT="72000" marB="72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200" dirty="0">
                          <a:latin typeface="Noto Sans" panose="020B0502040504020204" pitchFamily="34" charset="0"/>
                          <a:ea typeface="+mn-ea"/>
                          <a:cs typeface="Noto Sans" panose="020B0502040504020204" pitchFamily="34" charset="0"/>
                        </a:rPr>
                        <a:t>Single-stage GaN OBC+DCDC 22kw/11kw for BMW</a:t>
                      </a:r>
                      <a:endParaRPr lang="zh-CN" altLang="en-US" sz="1200" dirty="0"/>
                    </a:p>
                  </a:txBody>
                  <a:tcPr marL="72000" marR="72000" marT="72000" marB="72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200" dirty="0">
                          <a:latin typeface="Noto Sans" panose="020B0502040504020204" pitchFamily="34" charset="0"/>
                          <a:ea typeface="+mn-ea"/>
                          <a:cs typeface="Noto Sans" panose="020B0502040504020204" pitchFamily="34" charset="0"/>
                        </a:rPr>
                        <a:t>14:25~14:50</a:t>
                      </a:r>
                      <a:endParaRPr lang="zh-CN" altLang="en-US" sz="1200" dirty="0"/>
                    </a:p>
                  </a:txBody>
                  <a:tcPr marL="72000" marR="72000" marT="72000" marB="72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200" dirty="0">
                          <a:latin typeface="Noto Sans" panose="020B0502040504020204" pitchFamily="34" charset="0"/>
                          <a:ea typeface="+mn-ea"/>
                          <a:cs typeface="Noto Sans" panose="020B0502040504020204" pitchFamily="34" charset="0"/>
                        </a:rPr>
                        <a:t>Lora</a:t>
                      </a:r>
                      <a:endParaRPr lang="zh-CN" altLang="en-US" sz="1200" dirty="0"/>
                    </a:p>
                  </a:txBody>
                  <a:tcPr marL="72000" marR="72000" marT="72000" marB="72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200" dirty="0">
                          <a:latin typeface="Noto Sans" panose="020B0502040504020204" pitchFamily="34" charset="0"/>
                          <a:ea typeface="+mn-ea"/>
                          <a:cs typeface="Noto Sans" panose="020B0502040504020204" pitchFamily="34" charset="0"/>
                        </a:rPr>
                        <a:t>Extension</a:t>
                      </a:r>
                      <a:endParaRPr lang="zh-CN" altLang="en-US" sz="1200" dirty="0"/>
                    </a:p>
                  </a:txBody>
                  <a:tcPr marL="72000" marR="72000" marT="72000" marB="72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200" dirty="0">
                          <a:latin typeface="Noto Sans" panose="020B0502040504020204" pitchFamily="34" charset="0"/>
                          <a:ea typeface="+mn-ea"/>
                          <a:cs typeface="Noto Sans" panose="020B0502040504020204" pitchFamily="34" charset="0"/>
                        </a:rPr>
                        <a:t>DFM Review based on Physical prototype + slides &amp; design file</a:t>
                      </a:r>
                      <a:endParaRPr lang="zh-CN" altLang="en-US" sz="1200" dirty="0"/>
                    </a:p>
                  </a:txBody>
                  <a:tcPr marL="72000" marR="72000" marT="72000" marB="72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22000">
                <a:tc>
                  <a:txBody>
                    <a:bodyPr/>
                    <a:lstStyle/>
                    <a:p>
                      <a:pPr mar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zh-CN" altLang="en-US" sz="1200" dirty="0"/>
                    </a:p>
                  </a:txBody>
                  <a:tcPr marL="72000" marR="72000" marT="72000" marB="72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200" dirty="0">
                          <a:latin typeface="Noto Sans" panose="020B0502040504020204" pitchFamily="34" charset="0"/>
                          <a:ea typeface="+mn-ea"/>
                          <a:cs typeface="Noto Sans" panose="020B0502040504020204" pitchFamily="34" charset="0"/>
                        </a:rPr>
                        <a:t>Q&amp;A</a:t>
                      </a:r>
                      <a:endParaRPr lang="zh-CN" altLang="en-US" sz="1200" dirty="0"/>
                    </a:p>
                  </a:txBody>
                  <a:tcPr marL="72000" marR="72000" marT="72000" marB="72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200" dirty="0">
                          <a:latin typeface="Noto Sans" panose="020B0502040504020204" pitchFamily="34" charset="0"/>
                          <a:ea typeface="+mn-ea"/>
                          <a:cs typeface="Noto Sans" panose="020B0502040504020204" pitchFamily="34" charset="0"/>
                        </a:rPr>
                        <a:t>14:50~15:00</a:t>
                      </a:r>
                      <a:endParaRPr lang="zh-CN" altLang="en-US" sz="1200" dirty="0"/>
                    </a:p>
                  </a:txBody>
                  <a:tcPr marL="72000" marR="72000" marT="72000" marB="72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zh-CN" altLang="en-US" sz="1200" dirty="0"/>
                    </a:p>
                  </a:txBody>
                  <a:tcPr marL="72000" marR="72000" marT="72000" marB="72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200" dirty="0">
                          <a:latin typeface="Noto Sans" panose="020B0502040504020204" pitchFamily="34" charset="0"/>
                          <a:ea typeface="+mn-ea"/>
                          <a:cs typeface="Noto Sans" panose="020B0502040504020204" pitchFamily="34" charset="0"/>
                        </a:rPr>
                        <a:t>Extension</a:t>
                      </a:r>
                      <a:endParaRPr lang="zh-CN" altLang="en-US" sz="1200" dirty="0"/>
                    </a:p>
                  </a:txBody>
                  <a:tcPr marL="72000" marR="72000" marT="72000" marB="72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zh-CN" altLang="en-US" sz="1200" dirty="0"/>
                    </a:p>
                  </a:txBody>
                  <a:tcPr marL="72000" marR="72000" marT="72000" marB="72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22000">
                <a:tc>
                  <a:txBody>
                    <a:bodyPr/>
                    <a:lstStyle/>
                    <a:p>
                      <a:pPr mar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zh-CN" altLang="en-US" sz="1200" dirty="0"/>
                    </a:p>
                  </a:txBody>
                  <a:tcPr marL="72000" marR="72000" marT="72000" marB="72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200" dirty="0">
                          <a:latin typeface="Noto Sans" panose="020B0502040504020204" pitchFamily="34" charset="0"/>
                          <a:ea typeface="+mn-ea"/>
                          <a:cs typeface="Noto Sans" panose="020B0502040504020204" pitchFamily="34" charset="0"/>
                        </a:rPr>
                        <a:t>Break</a:t>
                      </a:r>
                      <a:endParaRPr lang="zh-CN" altLang="en-US" sz="1200" dirty="0"/>
                    </a:p>
                  </a:txBody>
                  <a:tcPr marL="72000" marR="72000" marT="72000" marB="72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200" dirty="0">
                          <a:latin typeface="Noto Sans" panose="020B0502040504020204" pitchFamily="34" charset="0"/>
                          <a:ea typeface="+mn-ea"/>
                          <a:cs typeface="Noto Sans" panose="020B0502040504020204" pitchFamily="34" charset="0"/>
                        </a:rPr>
                        <a:t>15:00~15:15</a:t>
                      </a:r>
                      <a:endParaRPr lang="zh-CN" altLang="en-US" sz="1200" dirty="0"/>
                    </a:p>
                  </a:txBody>
                  <a:tcPr marL="72000" marR="72000" marT="72000" marB="72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zh-CN" altLang="en-US" sz="1200" dirty="0"/>
                    </a:p>
                  </a:txBody>
                  <a:tcPr marL="72000" marR="72000" marT="72000" marB="72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zh-CN" altLang="en-US" sz="1200" dirty="0"/>
                    </a:p>
                  </a:txBody>
                  <a:tcPr marL="72000" marR="72000" marT="72000" marB="72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zh-CN" altLang="en-US" sz="1200" dirty="0"/>
                    </a:p>
                  </a:txBody>
                  <a:tcPr marL="72000" marR="72000" marT="72000" marB="72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22000">
                <a:tc>
                  <a:txBody>
                    <a:bodyPr/>
                    <a:lstStyle/>
                    <a:p>
                      <a:pPr mar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2400" dirty="0" b="1">
                          <a:solidFill>
                            <a:srgbClr val="237864"/>
                          </a:solidFill>
                          <a:latin typeface="Noto Sans Black" panose="020B0A02040504020204" pitchFamily="34" charset="0"/>
                          <a:ea typeface="+mn-ea"/>
                          <a:cs typeface="Noto Sans Black" panose="020B0A02040504020204" pitchFamily="34" charset="0"/>
                        </a:rPr>
                        <a:t>5</a:t>
                      </a:r>
                      <a:endParaRPr lang="zh-CN" altLang="en-US" sz="2400" dirty="0" b="1">
                        <a:solidFill>
                          <a:srgbClr val="237864"/>
                        </a:solidFill>
                      </a:endParaRPr>
                    </a:p>
                  </a:txBody>
                  <a:tcPr marL="72000" marR="72000" marT="36000" marB="36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200" dirty="0" b="1">
                          <a:latin typeface="Noto Sans" panose="020B0502040504020204" pitchFamily="34" charset="0"/>
                          <a:ea typeface="+mn-ea"/>
                          <a:cs typeface="Noto Sans" panose="020B0502040504020204" pitchFamily="34" charset="0"/>
                        </a:rPr>
                        <a:t>Line tour &amp; Line concept</a:t>
                      </a:r>
                      <a:endParaRPr lang="zh-CN" altLang="en-US" sz="1200" dirty="0" b="1"/>
                    </a:p>
                  </a:txBody>
                  <a:tcPr marL="72000" marR="72000" marT="72000" marB="72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200" dirty="0" b="1">
                          <a:latin typeface="Noto Sans" panose="020B0502040504020204" pitchFamily="34" charset="0"/>
                          <a:ea typeface="+mn-ea"/>
                          <a:cs typeface="Noto Sans" panose="020B0502040504020204" pitchFamily="34" charset="0"/>
                        </a:rPr>
                        <a:t>15:15~16:30</a:t>
                      </a:r>
                      <a:endParaRPr lang="zh-CN" altLang="en-US" sz="1200" dirty="0" b="1"/>
                    </a:p>
                  </a:txBody>
                  <a:tcPr marL="72000" marR="72000" marT="72000" marB="72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200" dirty="0" b="1">
                          <a:latin typeface="Noto Sans" panose="020B0502040504020204" pitchFamily="34" charset="0"/>
                          <a:ea typeface="+mn-ea"/>
                          <a:cs typeface="Noto Sans" panose="020B0502040504020204" pitchFamily="34" charset="0"/>
                        </a:rPr>
                        <a:t>Eddie</a:t>
                      </a:r>
                      <a:endParaRPr lang="zh-CN" altLang="en-US" sz="1200" dirty="0" b="1"/>
                    </a:p>
                  </a:txBody>
                  <a:tcPr marL="72000" marR="72000" marT="72000" marB="72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200" dirty="0" b="1">
                          <a:latin typeface="Noto Sans" panose="020B0502040504020204" pitchFamily="34" charset="0"/>
                          <a:ea typeface="+mn-ea"/>
                          <a:cs typeface="Noto Sans" panose="020B0502040504020204" pitchFamily="34" charset="0"/>
                        </a:rPr>
                        <a:t>Stakeholders</a:t>
                      </a:r>
                      <a:endParaRPr lang="zh-CN" altLang="en-US" sz="1200" dirty="0" b="1"/>
                    </a:p>
                  </a:txBody>
                  <a:tcPr marL="72000" marR="72000" marT="72000" marB="72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zh-CN" altLang="en-US" sz="1200" dirty="0" b="1"/>
                    </a:p>
                  </a:txBody>
                  <a:tcPr marL="72000" marR="72000" marT="72000" marB="72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22000">
                <a:tc>
                  <a:txBody>
                    <a:bodyPr/>
                    <a:lstStyle/>
                    <a:p>
                      <a:pPr mar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2400" dirty="0" b="1">
                          <a:solidFill>
                            <a:srgbClr val="237864"/>
                          </a:solidFill>
                          <a:latin typeface="Noto Sans Black" panose="020B0A02040504020204" pitchFamily="34" charset="0"/>
                          <a:ea typeface="+mn-ea"/>
                          <a:cs typeface="Noto Sans Black" panose="020B0A02040504020204" pitchFamily="34" charset="0"/>
                        </a:rPr>
                        <a:t>6</a:t>
                      </a:r>
                      <a:endParaRPr lang="zh-CN" altLang="en-US" sz="2400" dirty="0" b="1">
                        <a:solidFill>
                          <a:srgbClr val="237864"/>
                        </a:solidFill>
                      </a:endParaRPr>
                    </a:p>
                  </a:txBody>
                  <a:tcPr marL="72000" marR="72000" marT="36000" marB="36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200" dirty="0" b="1">
                          <a:latin typeface="Noto Sans" panose="020B0502040504020204" pitchFamily="34" charset="0"/>
                          <a:ea typeface="+mn-ea"/>
                          <a:cs typeface="Noto Sans" panose="020B0502040504020204" pitchFamily="34" charset="0"/>
                        </a:rPr>
                        <a:t>Open discussion/Q&amp;A/Email checking</a:t>
                      </a:r>
                      <a:endParaRPr lang="zh-CN" altLang="en-US" sz="1200" dirty="0" b="1"/>
                    </a:p>
                  </a:txBody>
                  <a:tcPr marL="72000" marR="72000" marT="72000" marB="72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200" dirty="0" b="1">
                          <a:latin typeface="Noto Sans" panose="020B0502040504020204" pitchFamily="34" charset="0"/>
                          <a:ea typeface="+mn-ea"/>
                          <a:cs typeface="Noto Sans" panose="020B0502040504020204" pitchFamily="34" charset="0"/>
                        </a:rPr>
                        <a:t>16:30~18:00</a:t>
                      </a:r>
                      <a:endParaRPr lang="zh-CN" altLang="en-US" sz="1200" dirty="0" b="1"/>
                    </a:p>
                  </a:txBody>
                  <a:tcPr marL="72000" marR="72000" marT="72000" marB="72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zh-CN" altLang="en-US" sz="1200" dirty="0" b="1"/>
                    </a:p>
                  </a:txBody>
                  <a:tcPr marL="72000" marR="72000" marT="72000" marB="72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zh-CN" altLang="en-US" sz="1200" dirty="0" b="1"/>
                    </a:p>
                  </a:txBody>
                  <a:tcPr marL="72000" marR="72000" marT="72000" marB="72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zh-CN" altLang="en-US" sz="1200" dirty="0" b="1"/>
                    </a:p>
                  </a:txBody>
                  <a:tcPr marL="72000" marR="72000" marT="72000" marB="72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22000">
                <a:tc>
                  <a:txBody>
                    <a:bodyPr/>
                    <a:lstStyle/>
                    <a:p>
                      <a:pPr mar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2400" dirty="0" b="1">
                          <a:solidFill>
                            <a:srgbClr val="237864"/>
                          </a:solidFill>
                          <a:latin typeface="Noto Sans Black" panose="020B0A02040504020204" pitchFamily="34" charset="0"/>
                          <a:ea typeface="+mn-ea"/>
                          <a:cs typeface="Noto Sans Black" panose="020B0A02040504020204" pitchFamily="34" charset="0"/>
                        </a:rPr>
                        <a:t>7</a:t>
                      </a:r>
                      <a:endParaRPr lang="zh-CN" altLang="en-US" sz="2400" dirty="0" b="1">
                        <a:solidFill>
                          <a:srgbClr val="237864"/>
                        </a:solidFill>
                      </a:endParaRPr>
                    </a:p>
                  </a:txBody>
                  <a:tcPr marL="72000" marR="72000" marT="36000" marB="36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200" dirty="0" b="1">
                          <a:latin typeface="Noto Sans" panose="020B0502040504020204" pitchFamily="34" charset="0"/>
                          <a:ea typeface="+mn-ea"/>
                          <a:cs typeface="Noto Sans" panose="020B0502040504020204" pitchFamily="34" charset="0"/>
                        </a:rPr>
                        <a:t>Team dinner</a:t>
                      </a:r>
                      <a:endParaRPr lang="zh-CN" altLang="en-US" sz="1200" dirty="0" b="1"/>
                    </a:p>
                  </a:txBody>
                  <a:tcPr marL="72000" marR="72000" marT="72000" marB="72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200" dirty="0" b="1">
                          <a:latin typeface="Noto Sans" panose="020B0502040504020204" pitchFamily="34" charset="0"/>
                          <a:ea typeface="+mn-ea"/>
                          <a:cs typeface="Noto Sans" panose="020B0502040504020204" pitchFamily="34" charset="0"/>
                        </a:rPr>
                        <a:t>18:00~23:59</a:t>
                      </a:r>
                      <a:endParaRPr lang="zh-CN" altLang="en-US" sz="1200" dirty="0" b="1"/>
                    </a:p>
                  </a:txBody>
                  <a:tcPr marL="72000" marR="72000" marT="72000" marB="72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zh-CN" altLang="en-US" sz="1200" dirty="0" b="1"/>
                    </a:p>
                  </a:txBody>
                  <a:tcPr marL="72000" marR="72000" marT="72000" marB="72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zh-CN" altLang="en-US" sz="1200" dirty="0" b="1"/>
                    </a:p>
                  </a:txBody>
                  <a:tcPr marL="72000" marR="72000" marT="72000" marB="72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zh-CN" altLang="en-US" sz="1200" dirty="0" b="1"/>
                    </a:p>
                  </a:txBody>
                  <a:tcPr marL="72000" marR="72000" marT="72000" marB="72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00" name="Number Tag Honey 8 pt / 0,6 mm (free placement)">
            <a:extLst>
              <a:ext uri="{FF2B5EF4-FFF2-40B4-BE49-F238E27FC236}">
                <a16:creationId xmlns:a16="http://schemas.microsoft.com/office/drawing/2014/main" id="{E1F6274A-8311-4806-946D-0E4F3F1F5968}"/>
              </a:ext>
            </a:extLst>
          </p:cNvPr>
          <p:cNvSpPr/>
          <p:nvPr/>
        </p:nvSpPr>
        <p:spPr bwMode="gray">
          <a:xfrm>
            <a:off x="551375" y="1779264"/>
            <a:ext cx="216000" cy="216000"/>
          </a:xfrm>
          <a:prstGeom prst="rect">
            <a:avLst/>
          </a:prstGeom>
          <a:solidFill>
            <a:srgbClr val="E9B300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oto Sans Black" panose="020B0A02040504020204" pitchFamily="34" charset="0"/>
                <a:ea typeface="Noto Sans Black" panose="020B0A02040504020204" pitchFamily="34" charset="0"/>
                <a:cs typeface="Noto Sans Black" panose="020B0A02040504020204" pitchFamily="34" charset="0"/>
              </a:rPr>
              <a:t>1</a:t>
            </a:r>
            <a:endParaRPr kumimoji="0" lang="zh-CN" altLang="en-US" sz="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oto Sans Black" panose="020B0A02040504020204" pitchFamily="34" charset="0"/>
              <a:ea typeface="Noto Sans Black" panose="020B0A02040504020204" pitchFamily="34" charset="0"/>
              <a:cs typeface="Noto Sans Black" panose="020B0A02040504020204" pitchFamily="34" charset="0"/>
            </a:endParaRPr>
          </a:p>
        </p:txBody>
      </p:sp>
      <p:sp>
        <p:nvSpPr>
          <p:cNvPr id="201" name="Number Tag Honey 8 pt / 0,6 mm (free placement)">
            <a:extLst>
              <a:ext uri="{FF2B5EF4-FFF2-40B4-BE49-F238E27FC236}">
                <a16:creationId xmlns:a16="http://schemas.microsoft.com/office/drawing/2014/main" id="{A6D10996-8BF5-4494-8F4A-B02A4A38BED9}"/>
              </a:ext>
            </a:extLst>
          </p:cNvPr>
          <p:cNvSpPr/>
          <p:nvPr/>
        </p:nvSpPr>
        <p:spPr bwMode="gray">
          <a:xfrm>
            <a:off x="551375" y="2001264"/>
            <a:ext cx="216000" cy="216000"/>
          </a:xfrm>
          <a:prstGeom prst="rect">
            <a:avLst/>
          </a:prstGeom>
          <a:solidFill>
            <a:srgbClr val="E9B300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oto Sans Black" panose="020B0A02040504020204" pitchFamily="34" charset="0"/>
                <a:ea typeface="Noto Sans Black" panose="020B0A02040504020204" pitchFamily="34" charset="0"/>
                <a:cs typeface="Noto Sans Black" panose="020B0A02040504020204" pitchFamily="34" charset="0"/>
              </a:rPr>
              <a:t>2</a:t>
            </a:r>
            <a:endParaRPr kumimoji="0" lang="zh-CN" altLang="en-US" sz="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oto Sans Black" panose="020B0A02040504020204" pitchFamily="34" charset="0"/>
              <a:ea typeface="Noto Sans Black" panose="020B0A02040504020204" pitchFamily="34" charset="0"/>
              <a:cs typeface="Noto Sans Black" panose="020B0A02040504020204" pitchFamily="34" charset="0"/>
            </a:endParaRPr>
          </a:p>
        </p:txBody>
      </p:sp>
      <p:sp>
        <p:nvSpPr>
          <p:cNvPr id="202" name="Number Tag Honey 8 pt / 0,6 mm (free placement)">
            <a:extLst>
              <a:ext uri="{FF2B5EF4-FFF2-40B4-BE49-F238E27FC236}">
                <a16:creationId xmlns:a16="http://schemas.microsoft.com/office/drawing/2014/main" id="{AE4D833B-90D4-474F-AC87-15D202858CA7}"/>
              </a:ext>
            </a:extLst>
          </p:cNvPr>
          <p:cNvSpPr/>
          <p:nvPr/>
        </p:nvSpPr>
        <p:spPr bwMode="gray">
          <a:xfrm>
            <a:off x="551375" y="2223264"/>
            <a:ext cx="216000" cy="216000"/>
          </a:xfrm>
          <a:prstGeom prst="rect">
            <a:avLst/>
          </a:prstGeom>
          <a:solidFill>
            <a:srgbClr val="E9B300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oto Sans Black" panose="020B0A02040504020204" pitchFamily="34" charset="0"/>
                <a:ea typeface="Noto Sans Black" panose="020B0A02040504020204" pitchFamily="34" charset="0"/>
                <a:cs typeface="Noto Sans Black" panose="020B0A02040504020204" pitchFamily="34" charset="0"/>
              </a:rPr>
              <a:t>3</a:t>
            </a:r>
            <a:endParaRPr kumimoji="0" lang="zh-CN" altLang="en-US" sz="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oto Sans Black" panose="020B0A02040504020204" pitchFamily="34" charset="0"/>
              <a:ea typeface="Noto Sans Black" panose="020B0A02040504020204" pitchFamily="34" charset="0"/>
              <a:cs typeface="Noto Sans Black" panose="020B0A02040504020204" pitchFamily="34" charset="0"/>
            </a:endParaRPr>
          </a:p>
        </p:txBody>
      </p:sp>
      <p:sp>
        <p:nvSpPr>
          <p:cNvPr id="203" name="Number Tag Honey 8 pt / 0,6 mm (free placement)">
            <a:extLst>
              <a:ext uri="{FF2B5EF4-FFF2-40B4-BE49-F238E27FC236}">
                <a16:creationId xmlns:a16="http://schemas.microsoft.com/office/drawing/2014/main" id="{BA7BC6F0-3CAF-4FE4-BE5D-62AC1B948FE8}"/>
              </a:ext>
            </a:extLst>
          </p:cNvPr>
          <p:cNvSpPr/>
          <p:nvPr/>
        </p:nvSpPr>
        <p:spPr bwMode="gray">
          <a:xfrm>
            <a:off x="551375" y="2667264"/>
            <a:ext cx="216000" cy="216000"/>
          </a:xfrm>
          <a:prstGeom prst="rect">
            <a:avLst/>
          </a:prstGeom>
          <a:solidFill>
            <a:srgbClr val="E9B300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oto Sans Black" panose="020B0A02040504020204" pitchFamily="34" charset="0"/>
                <a:ea typeface="Noto Sans Black" panose="020B0A02040504020204" pitchFamily="34" charset="0"/>
                <a:cs typeface="Noto Sans Black" panose="020B0A02040504020204" pitchFamily="34" charset="0"/>
              </a:rPr>
              <a:t>1</a:t>
            </a:r>
            <a:endParaRPr kumimoji="0" lang="zh-CN" altLang="en-US" sz="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oto Sans Black" panose="020B0A02040504020204" pitchFamily="34" charset="0"/>
              <a:ea typeface="Noto Sans Black" panose="020B0A02040504020204" pitchFamily="34" charset="0"/>
              <a:cs typeface="Noto Sans Black" panose="020B0A02040504020204" pitchFamily="34" charset="0"/>
            </a:endParaRPr>
          </a:p>
        </p:txBody>
      </p:sp>
      <p:sp>
        <p:nvSpPr>
          <p:cNvPr id="204" name="Number Tag Honey 8 pt / 0,6 mm (free placement)">
            <a:extLst>
              <a:ext uri="{FF2B5EF4-FFF2-40B4-BE49-F238E27FC236}">
                <a16:creationId xmlns:a16="http://schemas.microsoft.com/office/drawing/2014/main" id="{862E8A25-D7B3-458E-8725-D816F18CB92B}"/>
              </a:ext>
            </a:extLst>
          </p:cNvPr>
          <p:cNvSpPr/>
          <p:nvPr/>
        </p:nvSpPr>
        <p:spPr bwMode="gray">
          <a:xfrm>
            <a:off x="551375" y="2889264"/>
            <a:ext cx="216000" cy="216000"/>
          </a:xfrm>
          <a:prstGeom prst="rect">
            <a:avLst/>
          </a:prstGeom>
          <a:solidFill>
            <a:srgbClr val="E9B300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oto Sans Black" panose="020B0A02040504020204" pitchFamily="34" charset="0"/>
                <a:ea typeface="Noto Sans Black" panose="020B0A02040504020204" pitchFamily="34" charset="0"/>
                <a:cs typeface="Noto Sans Black" panose="020B0A02040504020204" pitchFamily="34" charset="0"/>
              </a:rPr>
              <a:t>2</a:t>
            </a:r>
            <a:endParaRPr kumimoji="0" lang="zh-CN" altLang="en-US" sz="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oto Sans Black" panose="020B0A02040504020204" pitchFamily="34" charset="0"/>
              <a:ea typeface="Noto Sans Black" panose="020B0A02040504020204" pitchFamily="34" charset="0"/>
              <a:cs typeface="Noto Sans Black" panose="020B0A02040504020204" pitchFamily="34" charset="0"/>
            </a:endParaRPr>
          </a:p>
        </p:txBody>
      </p:sp>
      <p:sp>
        <p:nvSpPr>
          <p:cNvPr id="205" name="Number Tag Honey 8 pt / 0,6 mm (free placement)">
            <a:extLst>
              <a:ext uri="{FF2B5EF4-FFF2-40B4-BE49-F238E27FC236}">
                <a16:creationId xmlns:a16="http://schemas.microsoft.com/office/drawing/2014/main" id="{0BFCE329-BE61-44E8-BE2C-BB0092DB63BF}"/>
              </a:ext>
            </a:extLst>
          </p:cNvPr>
          <p:cNvSpPr/>
          <p:nvPr/>
        </p:nvSpPr>
        <p:spPr bwMode="gray">
          <a:xfrm>
            <a:off x="551375" y="3111264"/>
            <a:ext cx="216000" cy="216000"/>
          </a:xfrm>
          <a:prstGeom prst="rect">
            <a:avLst/>
          </a:prstGeom>
          <a:solidFill>
            <a:srgbClr val="E9B300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oto Sans Black" panose="020B0A02040504020204" pitchFamily="34" charset="0"/>
                <a:ea typeface="Noto Sans Black" panose="020B0A02040504020204" pitchFamily="34" charset="0"/>
                <a:cs typeface="Noto Sans Black" panose="020B0A02040504020204" pitchFamily="34" charset="0"/>
              </a:rPr>
              <a:t>3</a:t>
            </a:r>
            <a:endParaRPr kumimoji="0" lang="zh-CN" altLang="en-US" sz="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oto Sans Black" panose="020B0A02040504020204" pitchFamily="34" charset="0"/>
              <a:ea typeface="Noto Sans Black" panose="020B0A02040504020204" pitchFamily="34" charset="0"/>
              <a:cs typeface="Noto Sans Black" panose="020B0A02040504020204" pitchFamily="34" charset="0"/>
            </a:endParaRPr>
          </a:p>
        </p:txBody>
      </p:sp>
      <p:sp>
        <p:nvSpPr>
          <p:cNvPr id="206" name="Number Tag Honey 8 pt / 0,6 mm (free placement)">
            <a:extLst>
              <a:ext uri="{FF2B5EF4-FFF2-40B4-BE49-F238E27FC236}">
                <a16:creationId xmlns:a16="http://schemas.microsoft.com/office/drawing/2014/main" id="{B87E527C-372F-48BE-8E02-98FC5901E39B}"/>
              </a:ext>
            </a:extLst>
          </p:cNvPr>
          <p:cNvSpPr/>
          <p:nvPr/>
        </p:nvSpPr>
        <p:spPr bwMode="gray">
          <a:xfrm>
            <a:off x="551375" y="3333264"/>
            <a:ext cx="216000" cy="216000"/>
          </a:xfrm>
          <a:prstGeom prst="rect">
            <a:avLst/>
          </a:prstGeom>
          <a:solidFill>
            <a:srgbClr val="E9B300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oto Sans Black" panose="020B0A02040504020204" pitchFamily="34" charset="0"/>
                <a:ea typeface="Noto Sans Black" panose="020B0A02040504020204" pitchFamily="34" charset="0"/>
                <a:cs typeface="Noto Sans Black" panose="020B0A02040504020204" pitchFamily="34" charset="0"/>
              </a:rPr>
              <a:t>4</a:t>
            </a:r>
            <a:endParaRPr kumimoji="0" lang="zh-CN" altLang="en-US" sz="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oto Sans Black" panose="020B0A02040504020204" pitchFamily="34" charset="0"/>
              <a:ea typeface="Noto Sans Black" panose="020B0A02040504020204" pitchFamily="34" charset="0"/>
              <a:cs typeface="Noto Sans Black" panose="020B0A02040504020204" pitchFamily="34" charset="0"/>
            </a:endParaRPr>
          </a:p>
        </p:txBody>
      </p:sp>
      <p:sp>
        <p:nvSpPr>
          <p:cNvPr id="207" name="Number Tag Honey 8 pt / 0,6 mm (free placement)">
            <a:extLst>
              <a:ext uri="{FF2B5EF4-FFF2-40B4-BE49-F238E27FC236}">
                <a16:creationId xmlns:a16="http://schemas.microsoft.com/office/drawing/2014/main" id="{48576F0B-186D-4FB8-8C51-113FC45A89CD}"/>
              </a:ext>
            </a:extLst>
          </p:cNvPr>
          <p:cNvSpPr/>
          <p:nvPr/>
        </p:nvSpPr>
        <p:spPr bwMode="gray">
          <a:xfrm>
            <a:off x="551375" y="3555264"/>
            <a:ext cx="216000" cy="216000"/>
          </a:xfrm>
          <a:prstGeom prst="rect">
            <a:avLst/>
          </a:prstGeom>
          <a:solidFill>
            <a:srgbClr val="E9B300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oto Sans Black" panose="020B0A02040504020204" pitchFamily="34" charset="0"/>
                <a:ea typeface="Noto Sans Black" panose="020B0A02040504020204" pitchFamily="34" charset="0"/>
                <a:cs typeface="Noto Sans Black" panose="020B0A02040504020204" pitchFamily="34" charset="0"/>
              </a:rPr>
              <a:t>5</a:t>
            </a:r>
            <a:endParaRPr kumimoji="0" lang="zh-CN" altLang="en-US" sz="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oto Sans Black" panose="020B0A02040504020204" pitchFamily="34" charset="0"/>
              <a:ea typeface="Noto Sans Black" panose="020B0A02040504020204" pitchFamily="34" charset="0"/>
              <a:cs typeface="Noto Sans Black" panose="020B0A02040504020204" pitchFamily="34" charset="0"/>
            </a:endParaRPr>
          </a:p>
        </p:txBody>
      </p:sp>
      <p:sp>
        <p:nvSpPr>
          <p:cNvPr id="208" name="Number Tag Honey 8 pt / 0,6 mm (free placement)">
            <a:extLst>
              <a:ext uri="{FF2B5EF4-FFF2-40B4-BE49-F238E27FC236}">
                <a16:creationId xmlns:a16="http://schemas.microsoft.com/office/drawing/2014/main" id="{52724D4C-A345-4022-A89C-69B597363218}"/>
              </a:ext>
            </a:extLst>
          </p:cNvPr>
          <p:cNvSpPr/>
          <p:nvPr/>
        </p:nvSpPr>
        <p:spPr bwMode="gray">
          <a:xfrm>
            <a:off x="551375" y="4221264"/>
            <a:ext cx="216000" cy="216000"/>
          </a:xfrm>
          <a:prstGeom prst="rect">
            <a:avLst/>
          </a:prstGeom>
          <a:solidFill>
            <a:srgbClr val="E9B300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oto Sans Black" panose="020B0A02040504020204" pitchFamily="34" charset="0"/>
                <a:ea typeface="Noto Sans Black" panose="020B0A02040504020204" pitchFamily="34" charset="0"/>
                <a:cs typeface="Noto Sans Black" panose="020B0A02040504020204" pitchFamily="34" charset="0"/>
              </a:rPr>
              <a:t>1</a:t>
            </a:r>
            <a:endParaRPr kumimoji="0" lang="zh-CN" altLang="en-US" sz="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oto Sans Black" panose="020B0A02040504020204" pitchFamily="34" charset="0"/>
              <a:ea typeface="Noto Sans Black" panose="020B0A02040504020204" pitchFamily="34" charset="0"/>
              <a:cs typeface="Noto Sans Black" panose="020B0A02040504020204" pitchFamily="34" charset="0"/>
            </a:endParaRPr>
          </a:p>
        </p:txBody>
      </p:sp>
      <p:sp>
        <p:nvSpPr>
          <p:cNvPr id="209" name="Number Tag Honey 8 pt / 0,6 mm (free placement)">
            <a:extLst>
              <a:ext uri="{FF2B5EF4-FFF2-40B4-BE49-F238E27FC236}">
                <a16:creationId xmlns:a16="http://schemas.microsoft.com/office/drawing/2014/main" id="{CEEABF5D-B8FF-467C-8D0E-9D1FE4E0CDB4}"/>
              </a:ext>
            </a:extLst>
          </p:cNvPr>
          <p:cNvSpPr/>
          <p:nvPr/>
        </p:nvSpPr>
        <p:spPr bwMode="gray">
          <a:xfrm>
            <a:off x="551375" y="4443264"/>
            <a:ext cx="216000" cy="216000"/>
          </a:xfrm>
          <a:prstGeom prst="rect">
            <a:avLst/>
          </a:prstGeom>
          <a:solidFill>
            <a:srgbClr val="E9B300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oto Sans Black" panose="020B0A02040504020204" pitchFamily="34" charset="0"/>
                <a:ea typeface="Noto Sans Black" panose="020B0A02040504020204" pitchFamily="34" charset="0"/>
                <a:cs typeface="Noto Sans Black" panose="020B0A02040504020204" pitchFamily="34" charset="0"/>
              </a:rPr>
              <a:t>2</a:t>
            </a:r>
            <a:endParaRPr kumimoji="0" lang="zh-CN" altLang="en-US" sz="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oto Sans Black" panose="020B0A02040504020204" pitchFamily="34" charset="0"/>
              <a:ea typeface="Noto Sans Black" panose="020B0A02040504020204" pitchFamily="34" charset="0"/>
              <a:cs typeface="Noto Sans Black" panose="020B0A02040504020204" pitchFamily="34" charset="0"/>
            </a:endParaRPr>
          </a:p>
        </p:txBody>
      </p:sp>
      <p:sp>
        <p:nvSpPr>
          <p:cNvPr id="210" name="Number Tag Honey 8 pt / 0,6 mm (free placement)">
            <a:extLst>
              <a:ext uri="{FF2B5EF4-FFF2-40B4-BE49-F238E27FC236}">
                <a16:creationId xmlns:a16="http://schemas.microsoft.com/office/drawing/2014/main" id="{FFE791A1-98F5-48C5-A45C-F2F58A8E3E85}"/>
              </a:ext>
            </a:extLst>
          </p:cNvPr>
          <p:cNvSpPr/>
          <p:nvPr/>
        </p:nvSpPr>
        <p:spPr bwMode="gray">
          <a:xfrm>
            <a:off x="551375" y="4665264"/>
            <a:ext cx="216000" cy="216000"/>
          </a:xfrm>
          <a:prstGeom prst="rect">
            <a:avLst/>
          </a:prstGeom>
          <a:solidFill>
            <a:srgbClr val="E9B300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oto Sans Black" panose="020B0A02040504020204" pitchFamily="34" charset="0"/>
                <a:ea typeface="Noto Sans Black" panose="020B0A02040504020204" pitchFamily="34" charset="0"/>
                <a:cs typeface="Noto Sans Black" panose="020B0A02040504020204" pitchFamily="34" charset="0"/>
              </a:rPr>
              <a:t>3</a:t>
            </a:r>
            <a:endParaRPr kumimoji="0" lang="zh-CN" altLang="en-US" sz="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oto Sans Black" panose="020B0A02040504020204" pitchFamily="34" charset="0"/>
              <a:ea typeface="Noto Sans Black" panose="020B0A02040504020204" pitchFamily="34" charset="0"/>
              <a:cs typeface="Noto Sans Black" panose="020B0A02040504020204" pitchFamily="34" charset="0"/>
            </a:endParaRPr>
          </a:p>
        </p:txBody>
      </p:sp>
      <p:sp>
        <p:nvSpPr>
          <p:cNvPr id="211" name="Number Tag Honey 8 pt / 0,6 mm (free placement)">
            <a:extLst>
              <a:ext uri="{FF2B5EF4-FFF2-40B4-BE49-F238E27FC236}">
                <a16:creationId xmlns:a16="http://schemas.microsoft.com/office/drawing/2014/main" id="{81959D78-9718-4B5A-8416-A2904B42C302}"/>
              </a:ext>
            </a:extLst>
          </p:cNvPr>
          <p:cNvSpPr/>
          <p:nvPr/>
        </p:nvSpPr>
        <p:spPr bwMode="gray">
          <a:xfrm>
            <a:off x="551375" y="4887264"/>
            <a:ext cx="216000" cy="216000"/>
          </a:xfrm>
          <a:prstGeom prst="rect">
            <a:avLst/>
          </a:prstGeom>
          <a:solidFill>
            <a:srgbClr val="E9B300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oto Sans Black" panose="020B0A02040504020204" pitchFamily="34" charset="0"/>
                <a:ea typeface="Noto Sans Black" panose="020B0A02040504020204" pitchFamily="34" charset="0"/>
                <a:cs typeface="Noto Sans Black" panose="020B0A02040504020204" pitchFamily="34" charset="0"/>
              </a:rPr>
              <a:t>4</a:t>
            </a:r>
            <a:endParaRPr kumimoji="0" lang="zh-CN" altLang="en-US" sz="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oto Sans Black" panose="020B0A02040504020204" pitchFamily="34" charset="0"/>
              <a:ea typeface="Noto Sans Black" panose="020B0A02040504020204" pitchFamily="34" charset="0"/>
              <a:cs typeface="Noto Sans Black" panose="020B0A02040504020204" pitchFamily="34" charset="0"/>
            </a:endParaRPr>
          </a:p>
        </p:txBody>
      </p:sp>
      <p:sp>
        <p:nvSpPr>
          <p:cNvPr id="212" name="Number Tag Honey 8 pt / 0,6 mm (free placement)">
            <a:extLst>
              <a:ext uri="{FF2B5EF4-FFF2-40B4-BE49-F238E27FC236}">
                <a16:creationId xmlns:a16="http://schemas.microsoft.com/office/drawing/2014/main" id="{F95C9426-6947-40AB-B9DA-3AD1EA5A765D}"/>
              </a:ext>
            </a:extLst>
          </p:cNvPr>
          <p:cNvSpPr/>
          <p:nvPr/>
        </p:nvSpPr>
        <p:spPr bwMode="gray">
          <a:xfrm>
            <a:off x="551375" y="5109264"/>
            <a:ext cx="216000" cy="216000"/>
          </a:xfrm>
          <a:prstGeom prst="rect">
            <a:avLst/>
          </a:prstGeom>
          <a:solidFill>
            <a:srgbClr val="E9B300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oto Sans Black" panose="020B0A02040504020204" pitchFamily="34" charset="0"/>
                <a:ea typeface="Noto Sans Black" panose="020B0A02040504020204" pitchFamily="34" charset="0"/>
                <a:cs typeface="Noto Sans Black" panose="020B0A02040504020204" pitchFamily="34" charset="0"/>
              </a:rPr>
              <a:t>5</a:t>
            </a:r>
            <a:endParaRPr kumimoji="0" lang="zh-CN" altLang="en-US" sz="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oto Sans Black" panose="020B0A02040504020204" pitchFamily="34" charset="0"/>
              <a:ea typeface="Noto Sans Black" panose="020B0A02040504020204" pitchFamily="34" charset="0"/>
              <a:cs typeface="Noto Sans Black" panose="020B0A02040504020204" pitchFamily="34" charset="0"/>
            </a:endParaRPr>
          </a:p>
        </p:txBody>
      </p:sp>
      <p:sp>
        <p:nvSpPr>
          <p:cNvPr id="213" name="Number Tag Honey 8 pt / 0,6 mm (free placement)">
            <a:extLst>
              <a:ext uri="{FF2B5EF4-FFF2-40B4-BE49-F238E27FC236}">
                <a16:creationId xmlns:a16="http://schemas.microsoft.com/office/drawing/2014/main" id="{D1EC299C-DE79-4786-B5DC-3CCE0294C976}"/>
              </a:ext>
            </a:extLst>
          </p:cNvPr>
          <p:cNvSpPr/>
          <p:nvPr/>
        </p:nvSpPr>
        <p:spPr bwMode="gray">
          <a:xfrm>
            <a:off x="551375" y="5331264"/>
            <a:ext cx="216000" cy="216000"/>
          </a:xfrm>
          <a:prstGeom prst="rect">
            <a:avLst/>
          </a:prstGeom>
          <a:solidFill>
            <a:srgbClr val="E9B300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oto Sans Black" panose="020B0A02040504020204" pitchFamily="34" charset="0"/>
                <a:ea typeface="Noto Sans Black" panose="020B0A02040504020204" pitchFamily="34" charset="0"/>
                <a:cs typeface="Noto Sans Black" panose="020B0A02040504020204" pitchFamily="34" charset="0"/>
              </a:rPr>
              <a:t>6</a:t>
            </a:r>
            <a:endParaRPr kumimoji="0" lang="zh-CN" altLang="en-US" sz="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oto Sans Black" panose="020B0A02040504020204" pitchFamily="34" charset="0"/>
              <a:ea typeface="Noto Sans Black" panose="020B0A02040504020204" pitchFamily="34" charset="0"/>
              <a:cs typeface="Noto Sans Black" panose="020B0A02040504020204" pitchFamily="34" charset="0"/>
            </a:endParaRP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AVOID_BLANK_LAYOUT" val="True"/>
  <p:tag name="MIO_CD_LAYOUT_VALID_AREA" val="False"/>
  <p:tag name="MIO_CDID" val="94cc635b-7ecc-4deb-9b4b-78c085535d71"/>
  <p:tag name="MIO_DBID" val="E0259410-156D-4F1A-B326-E95E43C8DB51"/>
  <p:tag name="MIO_EKGUID" val="c6476605-5e77-479e-b465-e71c20aa6bf7"/>
  <p:tag name="MIO_EMBED_FONT" val="True"/>
  <p:tag name="MIO_FALLBACK_LAYOUT" val="7"/>
  <p:tag name="MIO_HDS" val="True"/>
  <p:tag name="MIO_LASTDOWNLOADED" val="25.01.2024 08:00:07.032"/>
  <p:tag name="MIO_LASTEDITORNAME" val="haensch "/>
  <p:tag name="MIO_MATCH_COLOR_SCHEME" val="True"/>
  <p:tag name="MIO_NUMBER_OF_VALID_LAYOUTS" val="22"/>
  <p:tag name="MIO_OBJECTNAME" val="240115_Schaeffler 2.0"/>
  <p:tag name="MIO_PRESI_FIRST_SLIDENUMBER" val="1"/>
  <p:tag name="MIO_SHOW_DATE" val="True"/>
  <p:tag name="MIO_SHOW_FOOTER" val="True"/>
  <p:tag name="MIO_SHOW_PAGENUMBER" val="True"/>
  <p:tag name="MIO_SKIPVERSION" val="01.01.0001 00:00:00"/>
  <p:tag name="MIO_UPDATE" val="True"/>
  <p:tag name="MIO_VERSION" val="15.01.2024 11:06:04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AVOID_BLANK_LAYOUT" val="True"/>
  <p:tag name="MIO_CD_LAYOUT_VALID_AREA" val="False"/>
  <p:tag name="MIO_CDID" val="94cc635b-7ecc-4deb-9b4b-78c085535d71"/>
  <p:tag name="MIO_DBID" val="E0259410-156D-4F1A-B326-E95E43C8DB51"/>
  <p:tag name="MIO_EKGUID" val="7033f438-9fc3-44c6-81b6-7109f953a073"/>
  <p:tag name="MIO_EMBED_FONT" val="False"/>
  <p:tag name="MIO_FALLBACK_LAYOUT" val="7"/>
  <p:tag name="MIO_HDS" val="True"/>
  <p:tag name="MIO_LASTDOWNLOADED" val="20.11.2023 13:55:59.731"/>
  <p:tag name="MIO_LASTEDITORNAME" val="haensch "/>
  <p:tag name="MIO_MATCH_COLOR_SCHEME" val="True"/>
  <p:tag name="MIO_NUMBER_OF_VALID_LAYOUTS" val="22"/>
  <p:tag name="MIO_OBJECTNAME" val="231120_Schaeffler 2.0 _V3"/>
  <p:tag name="MIO_PRESI_FIRST_SLIDENUMBER" val="1"/>
  <p:tag name="MIO_SHOW_DATE" val="True"/>
  <p:tag name="MIO_SHOW_FOOTER" val="True"/>
  <p:tag name="MIO_SHOW_PAGENUMBER" val="True"/>
  <p:tag name="MIO_SKIPVERSION" val="01.01.0001 00:00:00"/>
  <p:tag name="MIO_UPDATE" val="True"/>
  <p:tag name="MIO_VERSION" val="20.11.2023 12:55:50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USER_INPUT_REQUIRED" val="Copyright;Insert the right Copyright for your organization"/>
  <p:tag name="MIO_USER_INPUT_LANGUAGE" val="en-US"/>
  <p:tag name="MIO_USER_INPUT_OPTIONS" val="Copyright Schaeffler Sondermaschinenbau AG &amp; Co. KG – All rights reserved. |;Copyright Schaeffler Technologies AG &amp; Co. KG, 2024 – All rights reserved. |;Copyright Schaeffler AG, 2024 – All rights reserved. |;Copyright Schaeffler Automotive Buehl GmbH &amp; Co. KG, 2024 – All rights reserved. |;Copyright Schaeffler Global Services Europe Sp. z o.o. – All rights reserved. |;Copyright Schaeffler Brasil Ltda., 2024 – All rights reserved. |;Copyright Schaeffler AP, 2024 – All rights reserved. |;Copyright Schaeffler Group USA, Inc., 2024 – All rights reserved. | ;Copyright Schaeffler Digital Solutions GmbH, 2024 – All rights reserved. |;Copyright Schaeffler Aerospace Germany GmbH &amp; Co. KG, 2024 – All rights reserved. |;Copyright Schaeffler Vehicle Lifetime Solutions Germany GmbH &amp; Co. KG, 2024 – All rights reserved. |;Copyright Schaeffler ByWire Technologie GmbH &amp; Co. KG, 2024 – All rights reserved. |; 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USER_INPUT_REQUIRED" val="Copyright;Insert the right Copyright for your organization"/>
  <p:tag name="MIO_USER_INPUT_LANGUAGE" val="de-DE"/>
  <p:tag name="MIO_USER_INPUT_OPTIONS" val="Copyright Schaeffler Sondermaschinenbau AG &amp; Co. KG, 2024 – Alle Rechte vorbehalten. |;Copyright Schaeffler Technologies AG &amp; Co. KG, 2024 – Alle Rechte vorbehalten. |;Copyright Schaeffler AG, 2024 – Alle Rechte vorbehalten. |;Copyright Schaeffler Automotive Buehl GmbH &amp; Co. KG, 2024 – Alle Rechte vorbehalten. |;Copyright Schaeffler Global Services Europe Sp. z o.o.  – Alle Rechte vorbehalten. |;Copyright Schaeffler Brasil Ltda., 2024 – Alle Rechte vorbehalten. |;Copyright Schaeffler AP, 2024 – Alle Rechte vorbehalten. |;Copyright Schaeffler Digital Solutions GmbH, 2024 – Alle Rechte vorbehalten. |;Copyright Schaeffler Aerospace Germany GmbH &amp; Co. KG, 2024 – Alle Rechte vorbehalten. |;Copyright Schaeffler Vehicle Lifetime Solutions Germany GmbH &amp; Co. KG, 2024 – Alle Rechte vorbehalten. |;Copyright Schaeffler ByWire Technologie GmbH &amp; Co. KG, 2024 – Alle Rechte vorbehalten. |;Copyright Schaeffler Immobilien AG &amp; Co.KG. – Alle Rechte vorbehalten. |; 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USER_INPUT_LANGUAGE" val="pt-PT"/>
  <p:tag name="MIO_USER_INPUT_OPTIONS" val="Copyright Schaeffler Technologies AG &amp; Co. KG, 2024 – Todos os direitos reservados. |;Copyright Schaeffler AG, 2024 – Todos os direitos reservados. |;Copyright Schaeffler Automotive Buehl GmbH &amp; Co. KG, 2024 – Todos os direitos reservados. |;Copyright Schaeffler Global Services Europe Sp. z o.o. – Todos os direitos reservados. |;Copyright Schaeffler Brasil Ltda., 2024 – Todos os direitos reservados. |;Copyright Schaeffler AP, 2024 – Todos os direitos reservados. |;Copyright Schaeffler Vehicle Lifetime Solutions Germany GmbH &amp; Co. KG, 2024 – Todos os direitos reservados. |; "/>
  <p:tag name="MIO_USER_INPUT_REQUIRED" val="Copyright;Insert the right Copyright for your organization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USER_INPUT_LANGUAGE" val="zh-SG"/>
  <p:tag name="MIO_USER_INPUT_OPTIONS" val="版权所有Schaeffler Holding (China) Co., Ltd. 保留所有权利, 客户特殊要求, 使用内部放行标准. |;版权所有Schaeffler AG保留所有权利, 客户特殊要求, 使用内部放行标准. |;版权所有Schaeffler Technologies AG &amp; Co. KG保留所有权利, 客户特殊要求, 使用内部放行标准. |;版权所有Schaeffler Automotive Buehl GmbH &amp; Co. KG保留所有权利, 客户特殊要求, 使用内部放行标准. |;版权所有 Schaeffler Global Services Europe Sp. z o.o. – 保留所有权利, 客户特殊要求，使用内部放行标准. |;版权所有Schaeffler Brasil Ltda.保留所有权利, 客户特殊要求，使用内部放行标准. |;版权所有Schaeffler AP,保留所有权利, 客户特殊要求，使用内部放行标准. |; "/>
  <p:tag name="MIO_USER_INPUT_REQUIRED" val="Copyright;Insert the right Copyright for your organization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USER_INPUT_LANGUAGE" val="en-GB"/>
  <p:tag name="MIO_USER_INPUT_OPTIONS" val="Copyright Schaeffler Technologies AG &amp; Co. KG, 2024 – All rights reserved. |;Copyright Schaeffler AG, 2024 – All rights reserved. |;Copyright Schaeffler Automotive Buehl GmbH &amp; Co. KG, 2024 – All rights reserved. |;Copyright Schaeffler Global Services Europe Sp. z o.o. – All rights reserved. |;Copyright Schaeffler Brasil Ltda., 2024 – All rights reserved. |;Copyright Schaeffler AP, 2024 – All rights reserved. |;Copyright Schaeffler Group USA, Inc., 2024 – All rights reserved. | ;Copyright Schaeffler Digital Solutions GmbH, 2024 – All rights reserved. |;Copyright Schaeffler Aerospace Germany GmbH &amp; Co. KG, 2024 – All rights reserved. |;Copyright Schaeffler Vehicle Lifetime Solutions Germany GmbH &amp; Co. KG, 2024 – All rights reserved. |;Copyright Schaeffler ByWire Technologie GmbH &amp; Co. KG, 2024 – All rights reserved. |; "/>
  <p:tag name="MIO_USER_INPUT_REQUIRED" val="Copyright;Insert the right Copyright for your organization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USER_INPUT_REQUIRED" val="Copyright;Insert the right Copyright for your organization"/>
  <p:tag name="MIO_USER_INPUT_LANGUAGE" val="zh-CN"/>
  <p:tag name="MIO_USER_INPUT_OPTIONS" val="Copyright Schaeffler Technologies AG &amp; Co. KG, 2024 – All rights reserved. |;Copyright Schaeffler Holding (China) Co., Ltd., 2024 – All rights reserved. |;Copyright Schaeffler AG, 2024 – All rights reserved. |;Copyright Schaeffler Automotive Buehl GmbH &amp; Co. KG, 2024 – All rights reserved. |;Copyright Schaeffler Global Services Europe Sp. z o.o. – All rights reserved. |;Copyright Schaeffler Brasil Ltda., 2024 – All rights reserved. |;Copyright Schaeffler AP, 2024 – All rights reserved. |;Copyright Schaeffler Group USA, Inc., 2024 – All rights reserved. | ;Copyright Schaeffler Digital Solutions GmbH, 2024 – All rights reserved. |;Copyright Schaeffler Aerospace Germany GmbH &amp; Co. KG, 2024 – All rights reserved. |;Copyright Schaeffler Vehicle Lifetime Solutions Germany GmbH &amp; Co. KG, 2024 – All rights reserved. |;Copyright Schaeffler ByWire Technologie GmbH &amp; Co. KG, 2024 – All rights reserved. |; 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USER_INPUT_LANGUAGE" val="fr-FR"/>
  <p:tag name="MIO_USER_INPUT_OPTIONS" val="Copyright Schaeffler Technologies AG &amp; Co. KG, 2024 – All rights reserved. |;Copyright Schaeffler AG, 2024 – All rights reserved. |;Copyright Schaeffler Automotive Buehl GmbH &amp; Co. KG, 2024 – All rights reserved. |;Copyright Schaeffler Global Services Europe Sp. z o.o. – All rights reserved. |;Copyright Schaeffler Brasil Ltda., 2024 – All rights reserved. |;Copyright Schaeffler AP, 2024 – All rights reserved. |;Copyright Schaeffler Group USA, Inc., 2024 – All rights reserved. | ;Copyright Schaeffler Digital Solutions GmbH, 2024 – All rights reserved. |;Copyright Schaeffler Aerospace Germany GmbH &amp; Co. KG, 2024 – All rights reserved. |;Copyright Schaeffler Vehicle Lifetime Solutions Germany GmbH &amp; Co. KG, 2024 – All rights reserved. |;Copyright Schaeffler ByWire Technologie GmbH &amp; Co. KG, 2024 – All rights reserved. |; "/>
  <p:tag name="MIO_USER_INPUT_REQUIRED" val="Copyright;Insert the right Copyright for your organization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USER_INPUT_LANGUAGE" val="ru-RU"/>
  <p:tag name="MIO_USER_INPUT_OPTIONS" val="Copyright Schaeffler Technologies AG &amp; Co. KG, 2024 – All rights reserved. |;Copyright Schaeffler AG, 2024 – All rights reserved. |;Copyright Schaeffler Automotive Buehl GmbH &amp; Co. KG, 2024 – All rights reserved. |;Copyright Schaeffler Global Services Europe Sp. z o.o. – All rights reserved. |;Copyright Schaeffler Brasil Ltda., 2024 – All rights reserved. |;Copyright Schaeffler AP, 2024 – All rights reserved. |;Copyright Schaeffler Group USA, Inc., 2024 – All rights reserved. | ;Copyright Schaeffler Digital Solutions GmbH, 2024 – All rights reserved. |;Copyright Schaeffler Aerospace Germany GmbH &amp; Co. KG, 2024 – All rights reserved. |;Copyright Schaeffler Vehicle Lifetime Solutions Germany GmbH &amp; Co. KG, 2024 – All rights reserved. |;Copyright Schaeffler ByWire Technologie GmbH &amp; Co. KG, 2024 – All rights reserved. |; "/>
  <p:tag name="MIO_USER_INPUT_REQUIRED" val="Copyright;Insert the right Copyright for your organization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USER_INPUT_LANGUAGE" val="ja-JP"/>
  <p:tag name="MIO_USER_INPUT_OPTIONS" val="Copyright Schaeffler Technologies AG &amp; Co. KG, 2024 – All rights reserved. |;Copyright Schaeffler AG, 2024 – All rights reserved. |;Copyright Schaeffler Automotive Buehl GmbH &amp; Co. KG, 2024 – All rights reserved. |;Copyright Schaeffler Global Services Europe Sp. z o.o. – All rights reserved. |;Copyright Schaeffler Brasil Ltda., 2024 – All rights reserved. |;Copyright Schaeffler AP, 2024 – All rights reserved. |;Copyright Schaeffler Group USA, Inc., 2024 – All rights reserved. | ;Copyright Schaeffler Digital Solutions GmbH, 2024 – All rights reserved. |;Copyright Schaeffler Aerospace Germany GmbH &amp; Co. KG, 2024 – All rights reserved. |;Copyright Schaeffler Vehicle Lifetime Solutions Germany GmbH &amp; Co. KG, 2024 – All rights reserved. |;Copyright Schaeffler ByWire Technologie GmbH &amp; Co. KG, 2024 – All rights reserved. |; "/>
  <p:tag name="MIO_USER_INPUT_REQUIRED" val="Copyright;Insert the right Copyright for your organization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USER_INPUT_LANGUAGE" val="es-ES"/>
  <p:tag name="MIO_USER_INPUT_OPTIONS" val="Copyright Schaeffler Technologies AG &amp; Co. KG, 2024 – All rights reserved. |;Copyright Schaeffler AG, 2024 – All rights reserved. |;Copyright Schaeffler Automotive Buehl GmbH &amp; Co. KG, 2024 – All rights reserved. |;Copyright Schaeffler Global Services Europe Sp. z o.o. – All rights reserved. |;Copyright Schaeffler Brasil Ltda., 2024 – All rights reserved. |;Copyright Schaeffler AP, 2024 – All rights reserved. |;Copyright Schaeffler Group USA, Inc., 2024 – All rights reserved. | ;Copyright Schaeffler Digital Solutions GmbH, 2024 – All rights reserved. |;Copyright Schaeffler Aerospace Germany GmbH &amp; Co. KG, 2024 – All rights reserved. |;Copyright Schaeffler Vehicle Lifetime Solutions Germany GmbH &amp; Co. KG, 2024 – All rights reserved. |;Copyright Schaeffler ByWire Technologie GmbH &amp; Co. KG, 2024 – All rights reserved. |; "/>
  <p:tag name="MIO_USER_INPUT_REQUIRED" val="Copyright;Insert the right Copyright for your organization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AVOID_BLANK_LAYOUT" val="True"/>
  <p:tag name="MIO_CD_LAYOUT_VALID_AREA" val="False"/>
  <p:tag name="MIO_CDID" val="94cc635b-7ecc-4deb-9b4b-78c085535d71"/>
  <p:tag name="MIO_DBID" val="E0259410-156D-4F1A-B326-E95E43C8DB51"/>
  <p:tag name="MIO_EKGUID" val="16064225-d431-4d89-8319-b2b03cb591f4"/>
  <p:tag name="MIO_EMBED_FONT" val="False"/>
  <p:tag name="MIO_FALLBACK_LAYOUT" val="7"/>
  <p:tag name="MIO_HDS" val="True"/>
  <p:tag name="MIO_LASTDOWNLOADED" val="24.09.2024 10:58:15.995"/>
  <p:tag name="MIO_MATCH_COLOR_SCHEME" val="True"/>
  <p:tag name="MIO_NUMBER_OF_VALID_LAYOUTS" val="21"/>
  <p:tag name="MIO_OBJECTNAME" val="Schaeffler Master"/>
  <p:tag name="MIO_SHOW_DATE" val="True"/>
  <p:tag name="MIO_SHOW_FOOTER" val="False"/>
  <p:tag name="MIO_SHOW_PAGENUMBER" val="True"/>
  <p:tag name="MIO_SKIPVERSION" val="01.01.0001 00:00:00"/>
  <p:tag name="MIO_UPDATE" val="True"/>
  <p:tag name="MIO_VERSION" val="23.09.2024 12:59:4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CREATESHAPEHANDLED" val="0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CREATESHAPEHANDLED" val="0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CREATESHAPEHANDLED" val="0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CREATESHAPEHANDLED" val="0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CREATESHAPEHANDLED" val="0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ydCEE7TDDUalVQVsfKZYqg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ydCEE7TDDUalVQVsfKZYqg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ydCEE7TDDUalVQVsfKZYqg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ydCEE7TDDUalVQVsfKZYqg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ydCEE7TDDUalVQVsfKZYqg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ydCEE7TDDUalVQVsfKZYqg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LIDE_HEADER" val="1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AYOUT_VALID_AREA" val="true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LIDE_HEADER" val="1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AYOUT_VALID_AREA" val="true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LIDE_HEADER" val="1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AYOUT_VALID_AREA" val="true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HDS" val="True"/>
  <p:tag name="MIO_UPDATE" val="True"/>
  <p:tag name="MIO_SHOW_DATE" val="True"/>
  <p:tag name="MIO_SHOW_FOOTER" val="True"/>
  <p:tag name="MIO_SHOW_PAGENUMBER" val="True"/>
  <p:tag name="MIO_AVOID_BLANK_LAYOUT" val="True"/>
  <p:tag name="MIO_CD_LAYOUT_VALID_AREA" val="False"/>
  <p:tag name="MIO_PRESI_FIRST_SLIDENUMBER" val="1"/>
  <p:tag name="MIO_LASTEDITORNAME" val="haensch "/>
  <p:tag name="MIO_SKIPVERSION" val="01.01.0001 00:00:00"/>
  <p:tag name="MIO_MATCH_COLOR_SCHEME" val="True"/>
  <p:tag name="MIO_DBID" val="E0259410-156D-4F1A-B326-E95E43C8DB51"/>
  <p:tag name="MIO_FALLBACK_LAYOUT" val="7"/>
  <p:tag name="MIO_NUMBER_OF_VALID_LAYOUTS" val="22"/>
  <p:tag name="MIO_EKGUID" val="c6476605-5e77-479e-b465-e71c20aa6bf7"/>
  <p:tag name="MIO_EMBED_FONT" val="True"/>
  <p:tag name="MIO_VERSION" val="15.01.2024 11:06:04"/>
  <p:tag name="MIO_OBJECTNAME" val="240115_Schaeffler 2.0"/>
  <p:tag name="MIO_LASTDOWNLOADED" val="25.01.2024 08:00:07.032"/>
  <p:tag name="MIO_CDID" val="94cc635b-7ecc-4deb-9b4b-78c085535d71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HDS" val="True"/>
  <p:tag name="MIO_UPDATE" val="True"/>
  <p:tag name="MIO_SHOW_DATE" val="True"/>
  <p:tag name="MIO_SHOW_FOOTER" val="True"/>
  <p:tag name="MIO_SHOW_PAGENUMBER" val="True"/>
  <p:tag name="MIO_AVOID_BLANK_LAYOUT" val="True"/>
  <p:tag name="MIO_CD_LAYOUT_VALID_AREA" val="False"/>
  <p:tag name="MIO_PRESI_FIRST_SLIDENUMBER" val="1"/>
  <p:tag name="MIO_LASTEDITORNAME" val="haensch "/>
  <p:tag name="MIO_SKIPVERSION" val="01.01.0001 00:00:00"/>
  <p:tag name="MIO_EMBED_FONT" val="False"/>
  <p:tag name="MIO_MATCH_COLOR_SCHEME" val="True"/>
  <p:tag name="MIO_EKGUID" val="7033f438-9fc3-44c6-81b6-7109f953a073"/>
  <p:tag name="MIO_DBID" val="E0259410-156D-4F1A-B326-E95E43C8DB51"/>
  <p:tag name="MIO_OBJECTNAME" val="231120_Schaeffler 2.0 _V3"/>
  <p:tag name="MIO_FALLBACK_LAYOUT" val="7"/>
  <p:tag name="MIO_NUMBER_OF_VALID_LAYOUTS" val="22"/>
  <p:tag name="MIO_VERSION" val="20.11.2023 12:55:50"/>
  <p:tag name="MIO_LASTDOWNLOADED" val="20.11.2023 13:55:59.731"/>
  <p:tag name="MIO_CDID" val="94cc635b-7ecc-4deb-9b4b-78c085535d71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USER_INPUT_REQUIRED" val="Copyright;Insert the right Copyright for your organization"/>
  <p:tag name="MIO_USER_INPUT_LANGUAGE" val="en-US"/>
  <p:tag name="MIO_USER_INPUT_OPTIONS" val="Copyright Schaeffler Sondermaschinenbau AG &amp; Co. KG – All rights reserved. |;Copyright Schaeffler Technologies AG &amp; Co. KG, 2024 – All rights reserved. |;Copyright Schaeffler AG, 2024 – All rights reserved. |;Copyright Schaeffler Automotive Buehl GmbH &amp; Co. KG, 2024 – All rights reserved. |;Copyright Schaeffler Global Services Europe Sp. z o.o. – All rights reserved. |;Copyright Schaeffler Brasil Ltda., 2024 – All rights reserved. |;Copyright Schaeffler AP, 2024 – All rights reserved. |;Copyright Schaeffler Group USA, Inc., 2024 – All rights reserved. | ;Copyright Schaeffler Digital Solutions GmbH, 2024 – All rights reserved. |;Copyright Schaeffler Aerospace Germany GmbH &amp; Co. KG, 2024 – All rights reserved. |;Copyright Schaeffler Vehicle Lifetime Solutions Germany GmbH &amp; Co. KG, 2024 – All rights reserved. |;Copyright Schaeffler ByWire Technologie GmbH &amp; Co. KG, 2024 – All rights reserved. |; 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USER_INPUT_REQUIRED" val="Copyright;Insert the right Copyright for your organization"/>
  <p:tag name="MIO_USER_INPUT_LANGUAGE" val="de-DE"/>
  <p:tag name="MIO_USER_INPUT_OPTIONS" val="Copyright Schaeffler Sondermaschinenbau AG &amp; Co. KG, 2024 – Alle Rechte vorbehalten. |;Copyright Schaeffler Technologies AG &amp; Co. KG, 2024 – Alle Rechte vorbehalten. |;Copyright Schaeffler AG, 2024 – Alle Rechte vorbehalten. |;Copyright Schaeffler Automotive Buehl GmbH &amp; Co. KG, 2024 – Alle Rechte vorbehalten. |;Copyright Schaeffler Global Services Europe Sp. z o.o.  – Alle Rechte vorbehalten. |;Copyright Schaeffler Brasil Ltda., 2024 – Alle Rechte vorbehalten. |;Copyright Schaeffler AP, 2024 – Alle Rechte vorbehalten. |;Copyright Schaeffler Digital Solutions GmbH, 2024 – Alle Rechte vorbehalten. |;Copyright Schaeffler Aerospace Germany GmbH &amp; Co. KG, 2024 – Alle Rechte vorbehalten. |;Copyright Schaeffler Vehicle Lifetime Solutions Germany GmbH &amp; Co. KG, 2024 – Alle Rechte vorbehalten. |;Copyright Schaeffler ByWire Technologie GmbH &amp; Co. KG, 2024 – Alle Rechte vorbehalten. |;Copyright Schaeffler Immobilien AG &amp; Co.KG. – Alle Rechte vorbehalten. |; 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USER_INPUT_REQUIRED" val="Copyright;Insert the right Copyright for your organization"/>
  <p:tag name="MIO_USER_INPUT_LANGUAGE" val="pt-PT"/>
  <p:tag name="MIO_USER_INPUT_OPTIONS" val="Copyright Schaeffler Technologies AG &amp; Co. KG, 2024 – Todos os direitos reservados. |;Copyright Schaeffler AG, 2024 – Todos os direitos reservados. |;Copyright Schaeffler Automotive Buehl GmbH &amp; Co. KG, 2024 – Todos os direitos reservados. |;Copyright Schaeffler Global Services Europe Sp. z o.o. – Todos os direitos reservados. |;Copyright Schaeffler Brasil Ltda., 2024 – Todos os direitos reservados. |;Copyright Schaeffler AP, 2024 – Todos os direitos reservados. |;Copyright Schaeffler Vehicle Lifetime Solutions Germany GmbH &amp; Co. KG, 2024 – Todos os direitos reservados. |; 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USER_INPUT_REQUIRED" val="Copyright;Insert the right Copyright for your organization"/>
  <p:tag name="MIO_USER_INPUT_LANGUAGE" val="zh-SG"/>
  <p:tag name="MIO_USER_INPUT_OPTIONS" val="版权所有Schaeffler Holding (China) Co., Ltd. 保留所有权利, 客户特殊要求, 使用内部放行标准. |;版权所有Schaeffler AG保留所有权利, 客户特殊要求, 使用内部放行标准. |;版权所有Schaeffler Technologies AG &amp; Co. KG保留所有权利, 客户特殊要求, 使用内部放行标准. |;版权所有Schaeffler Automotive Buehl GmbH &amp; Co. KG保留所有权利, 客户特殊要求, 使用内部放行标准. |;版权所有 Schaeffler Global Services Europe Sp. z o.o. – 保留所有权利, 客户特殊要求，使用内部放行标准. |;版权所有Schaeffler Brasil Ltda.保留所有权利, 客户特殊要求，使用内部放行标准. |;版权所有Schaeffler AP,保留所有权利, 客户特殊要求，使用内部放行标准. |; 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USER_INPUT_REQUIRED" val="Copyright;Insert the right Copyright for your organization"/>
  <p:tag name="MIO_USER_INPUT_LANGUAGE" val="en-GB"/>
  <p:tag name="MIO_USER_INPUT_OPTIONS" val="Copyright Schaeffler Technologies AG &amp; Co. KG, 2024 – All rights reserved. |;Copyright Schaeffler AG, 2024 – All rights reserved. |;Copyright Schaeffler Automotive Buehl GmbH &amp; Co. KG, 2024 – All rights reserved. |;Copyright Schaeffler Global Services Europe Sp. z o.o. – All rights reserved. |;Copyright Schaeffler Brasil Ltda., 2024 – All rights reserved. |;Copyright Schaeffler AP, 2024 – All rights reserved. |;Copyright Schaeffler Group USA, Inc., 2024 – All rights reserved. | ;Copyright Schaeffler Digital Solutions GmbH, 2024 – All rights reserved. |;Copyright Schaeffler Aerospace Germany GmbH &amp; Co. KG, 2024 – All rights reserved. |;Copyright Schaeffler Vehicle Lifetime Solutions Germany GmbH &amp; Co. KG, 2024 – All rights reserved. |;Copyright Schaeffler ByWire Technologie GmbH &amp; Co. KG, 2024 – All rights reserved. |; 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USER_INPUT_REQUIRED" val="Copyright;Insert the right Copyright for your organization"/>
  <p:tag name="MIO_USER_INPUT_LANGUAGE" val="zh-CN"/>
  <p:tag name="MIO_USER_INPUT_OPTIONS" val="Copyright Schaeffler Technologies AG &amp; Co. KG, 2024 – All rights reserved. |;Copyright Schaeffler Holding (China) Co., Ltd., 2024 – All rights reserved. |;Copyright Schaeffler AG, 2024 – All rights reserved. |;Copyright Schaeffler Automotive Buehl GmbH &amp; Co. KG, 2024 – All rights reserved. |;Copyright Schaeffler Global Services Europe Sp. z o.o. – All rights reserved. |;Copyright Schaeffler Brasil Ltda., 2024 – All rights reserved. |;Copyright Schaeffler AP, 2024 – All rights reserved. |;Copyright Schaeffler Group USA, Inc., 2024 – All rights reserved. | ;Copyright Schaeffler Digital Solutions GmbH, 2024 – All rights reserved. |;Copyright Schaeffler Aerospace Germany GmbH &amp; Co. KG, 2024 – All rights reserved. |;Copyright Schaeffler Vehicle Lifetime Solutions Germany GmbH &amp; Co. KG, 2024 – All rights reserved. |;Copyright Schaeffler ByWire Technologie GmbH &amp; Co. KG, 2024 – All rights reserved. |; 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USER_INPUT_REQUIRED" val="Copyright;Insert the right Copyright for your organization"/>
  <p:tag name="MIO_USER_INPUT_LANGUAGE" val="fr-FR"/>
  <p:tag name="MIO_USER_INPUT_OPTIONS" val="Copyright Schaeffler Technologies AG &amp; Co. KG, 2024 – All rights reserved. |;Copyright Schaeffler AG, 2024 – All rights reserved. |;Copyright Schaeffler Automotive Buehl GmbH &amp; Co. KG, 2024 – All rights reserved. |;Copyright Schaeffler Global Services Europe Sp. z o.o. – All rights reserved. |;Copyright Schaeffler Brasil Ltda., 2024 – All rights reserved. |;Copyright Schaeffler AP, 2024 – All rights reserved. |;Copyright Schaeffler Group USA, Inc., 2024 – All rights reserved. | ;Copyright Schaeffler Digital Solutions GmbH, 2024 – All rights reserved. |;Copyright Schaeffler Aerospace Germany GmbH &amp; Co. KG, 2024 – All rights reserved. |;Copyright Schaeffler Vehicle Lifetime Solutions Germany GmbH &amp; Co. KG, 2024 – All rights reserved. |;Copyright Schaeffler ByWire Technologie GmbH &amp; Co. KG, 2024 – All rights reserved. |; 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USER_INPUT_REQUIRED" val="Copyright;Insert the right Copyright for your organization"/>
  <p:tag name="MIO_USER_INPUT_LANGUAGE" val="ru-RU"/>
  <p:tag name="MIO_USER_INPUT_OPTIONS" val="Copyright Schaeffler Technologies AG &amp; Co. KG, 2024 – All rights reserved. |;Copyright Schaeffler AG, 2024 – All rights reserved. |;Copyright Schaeffler Automotive Buehl GmbH &amp; Co. KG, 2024 – All rights reserved. |;Copyright Schaeffler Global Services Europe Sp. z o.o. – All rights reserved. |;Copyright Schaeffler Brasil Ltda., 2024 – All rights reserved. |;Copyright Schaeffler AP, 2024 – All rights reserved. |;Copyright Schaeffler Group USA, Inc., 2024 – All rights reserved. | ;Copyright Schaeffler Digital Solutions GmbH, 2024 – All rights reserved. |;Copyright Schaeffler Aerospace Germany GmbH &amp; Co. KG, 2024 – All rights reserved. |;Copyright Schaeffler Vehicle Lifetime Solutions Germany GmbH &amp; Co. KG, 2024 – All rights reserved. |;Copyright Schaeffler ByWire Technologie GmbH &amp; Co. KG, 2024 – All rights reserved. |; 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USER_INPUT_REQUIRED" val="Copyright;Insert the right Copyright for your organization"/>
  <p:tag name="MIO_USER_INPUT_LANGUAGE" val="ja-JP"/>
  <p:tag name="MIO_USER_INPUT_OPTIONS" val="Copyright Schaeffler Technologies AG &amp; Co. KG, 2024 – All rights reserved. |;Copyright Schaeffler AG, 2024 – All rights reserved. |;Copyright Schaeffler Automotive Buehl GmbH &amp; Co. KG, 2024 – All rights reserved. |;Copyright Schaeffler Global Services Europe Sp. z o.o. – All rights reserved. |;Copyright Schaeffler Brasil Ltda., 2024 – All rights reserved. |;Copyright Schaeffler AP, 2024 – All rights reserved. |;Copyright Schaeffler Group USA, Inc., 2024 – All rights reserved. | ;Copyright Schaeffler Digital Solutions GmbH, 2024 – All rights reserved. |;Copyright Schaeffler Aerospace Germany GmbH &amp; Co. KG, 2024 – All rights reserved. |;Copyright Schaeffler Vehicle Lifetime Solutions Germany GmbH &amp; Co. KG, 2024 – All rights reserved. |;Copyright Schaeffler ByWire Technologie GmbH &amp; Co. KG, 2024 – All rights reserved. |; 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USER_INPUT_REQUIRED" val="Copyright;Insert the right Copyright for your organization"/>
  <p:tag name="MIO_USER_INPUT_LANGUAGE" val="es-ES"/>
  <p:tag name="MIO_USER_INPUT_OPTIONS" val="Copyright Schaeffler Technologies AG &amp; Co. KG, 2024 – All rights reserved. |;Copyright Schaeffler AG, 2024 – All rights reserved. |;Copyright Schaeffler Automotive Buehl GmbH &amp; Co. KG, 2024 – All rights reserved. |;Copyright Schaeffler Global Services Europe Sp. z o.o. – All rights reserved. |;Copyright Schaeffler Brasil Ltda., 2024 – All rights reserved. |;Copyright Schaeffler AP, 2024 – All rights reserved. |;Copyright Schaeffler Group USA, Inc., 2024 – All rights reserved. | ;Copyright Schaeffler Digital Solutions GmbH, 2024 – All rights reserved. |;Copyright Schaeffler Aerospace Germany GmbH &amp; Co. KG, 2024 – All rights reserved. |;Copyright Schaeffler Vehicle Lifetime Solutions Germany GmbH &amp; Co. KG, 2024 – All rights reserved. |;Copyright Schaeffler ByWire Technologie GmbH &amp; Co. KG, 2024 – All rights reserved. |; 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HDS" val="True"/>
  <p:tag name="MIO_SKIPVERSION" val="01.01.0001 00:00:00"/>
  <p:tag name="MIO_UPDATE" val="True"/>
  <p:tag name="MIO_FALLBACK_LAYOUT" val="7"/>
  <p:tag name="MIO_SHOW_FOOTER" val="False"/>
  <p:tag name="MIO_AVOID_BLANK_LAYOUT" val="True"/>
  <p:tag name="MIO_CD_LAYOUT_VALID_AREA" val="False"/>
  <p:tag name="MIO_NUMBER_OF_VALID_LAYOUTS" val="21"/>
  <p:tag name="MIO_DBID" val="E0259410-156D-4F1A-B326-E95E43C8DB51"/>
  <p:tag name="MIO_SHOW_DATE" val="True"/>
  <p:tag name="MIO_SHOW_PAGENUMBER" val="True"/>
  <p:tag name="MIO_MATCH_COLOR_SCHEME" val="True"/>
  <p:tag name="MIO_OBJECTNAME" val="Schaeffler Master"/>
  <p:tag name="MIO_EKGUID" val="16064225-d431-4d89-8319-b2b03cb591f4"/>
  <p:tag name="MIO_EMBED_FONT" val="False"/>
  <p:tag name="MIO_VERSION" val="23.09.2024 12:59:41"/>
  <p:tag name="MIO_LASTDOWNLOADED" val="08.10.2024 11:48:33.146"/>
  <p:tag name="MIO_CDID" val="94cc635b-7ecc-4deb-9b4b-78c085535d71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CREATESHAPEHANDLED" val="0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CREATESHAPEHANDLED" val="0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CREATESHAPEHANDLED" val="0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CREATESHAPEHANDLED" val="0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CREATESHAPEHANDLED" val="0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CREATESHAPEHANDLED" val="0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CREATESHAPEHANDLED" val="0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CREATESHAPEHANDLED" val="0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CREATESHAPEHANDLED" val="0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CREATESHAPEHANDLED" val="0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CREATESHAPEHANDLED" val="0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CREATESHAPEHANDLED" val="0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CREATESHAPEHANDLED" val="0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CREATESHAPEHANDLED" val="0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CREATESHAPEHANDLED" val="0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Schaeffler Master 2024">
  <a:themeElements>
    <a:clrScheme name="Schaeffler 2024">
      <a:dk1>
        <a:srgbClr val="2C2C2C"/>
      </a:dk1>
      <a:lt1>
        <a:sysClr val="window" lastClr="FFFFFF"/>
      </a:lt1>
      <a:dk2>
        <a:srgbClr val="646464"/>
      </a:dk2>
      <a:lt2>
        <a:srgbClr val="EBEBEB"/>
      </a:lt2>
      <a:accent1>
        <a:srgbClr val="619685"/>
      </a:accent1>
      <a:accent2>
        <a:srgbClr val="AFC2C7"/>
      </a:accent2>
      <a:accent3>
        <a:srgbClr val="67898F"/>
      </a:accent3>
      <a:accent4>
        <a:srgbClr val="B5D384"/>
      </a:accent4>
      <a:accent5>
        <a:srgbClr val="20617C"/>
      </a:accent5>
      <a:accent6>
        <a:srgbClr val="94BF99"/>
      </a:accent6>
      <a:hlink>
        <a:srgbClr val="00893D"/>
      </a:hlink>
      <a:folHlink>
        <a:srgbClr val="00893D"/>
      </a:folHlink>
    </a:clrScheme>
    <a:fontScheme name="Schaeffler Font">
      <a:majorFont>
        <a:latin typeface="Noto Sans"/>
        <a:ea typeface=""/>
        <a:cs typeface=""/>
      </a:majorFont>
      <a:minorFont>
        <a:latin typeface="Noto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EBEBEB"/>
        </a:solidFill>
        <a:ln>
          <a:noFill/>
        </a:ln>
      </a:spPr>
      <a:bodyPr lIns="54000" tIns="72000" rIns="54000" bIns="72000" rtlCol="0" anchor="ctr"/>
      <a:lstStyle>
        <a:defPPr algn="ctr">
          <a:lnSpc>
            <a:spcPct val="120000"/>
          </a:lnSpc>
          <a:spcBef>
            <a:spcPts val="600"/>
          </a:spcBef>
          <a:defRPr sz="1200" dirty="0">
            <a:solidFill>
              <a:schemeClr val="tx1"/>
            </a:solidFill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 cap="rnd">
          <a:solidFill>
            <a:srgbClr val="878787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algn="l">
          <a:lnSpc>
            <a:spcPct val="120000"/>
          </a:lnSpc>
          <a:spcBef>
            <a:spcPts val="600"/>
          </a:spcBef>
          <a:defRPr sz="1200" dirty="0"/>
        </a:defPPr>
      </a:lstStyle>
    </a:txDef>
  </a:objectDefaults>
  <a:extraClrSchemeLst/>
  <a:custClrLst>
    <a:custClr name="Carbon 100 %">
      <a:srgbClr val="646464"/>
    </a:custClr>
    <a:custClr name="Forest 100 %">
      <a:srgbClr val="005E46"/>
    </a:custClr>
    <a:custClr name="Apple 100 %">
      <a:srgbClr val="A1C861"/>
    </a:custClr>
    <a:custClr name="Jade 100 %">
      <a:srgbClr val="73B281"/>
    </a:custClr>
    <a:custClr name="Navy 100 %">
      <a:srgbClr val="00445F"/>
    </a:custClr>
    <a:custClr name="Aqua 100 %">
      <a:srgbClr val="1C98B5"/>
    </a:custClr>
    <a:custClr name="Pigeon 100 %">
      <a:srgbClr val="476E75"/>
    </a:custClr>
    <a:custClr name="empty">
      <a:srgbClr val="FFFFFF"/>
    </a:custClr>
    <a:custClr name="Chili 100%">
      <a:srgbClr val="CB0B15"/>
    </a:custClr>
    <a:custClr name="Honey 100%">
      <a:srgbClr val="E9B300"/>
    </a:custClr>
    <a:custClr name="Carbon 80 %">
      <a:srgbClr val="878787"/>
    </a:custClr>
    <a:custClr name="Forest 80 %">
      <a:srgbClr val="237864"/>
    </a:custClr>
    <a:custClr name="Apple 80 %">
      <a:srgbClr val="B5D384"/>
    </a:custClr>
    <a:custClr name="Jade 80 %">
      <a:srgbClr val="94BF99"/>
    </a:custClr>
    <a:custClr name="Navy 80 %">
      <a:srgbClr val="20617C"/>
    </a:custClr>
    <a:custClr name="Aqua 80 %">
      <a:srgbClr val="60ABC4"/>
    </a:custClr>
    <a:custClr name="Pigeon 80 %">
      <a:srgbClr val="67898F"/>
    </a:custClr>
    <a:custClr name="empty">
      <a:srgbClr val="FFFFFF"/>
    </a:custClr>
    <a:custClr name="Chili 50%">
      <a:srgbClr val="E79278"/>
    </a:custClr>
    <a:custClr name="Honey 50%">
      <a:srgbClr val="F6D890"/>
    </a:custClr>
    <a:custClr name="Carbon 60 %">
      <a:srgbClr val="A8A8A8"/>
    </a:custClr>
    <a:custClr name="Forest 60 %">
      <a:srgbClr val="619685"/>
    </a:custClr>
    <a:custClr name="Apple 60 %">
      <a:srgbClr val="C9DEA5"/>
    </a:custClr>
    <a:custClr name="Jade 60 %">
      <a:srgbClr val="B2CFB3"/>
    </a:custClr>
    <a:custClr name="Navy 60 %">
      <a:srgbClr val="59839B"/>
    </a:custClr>
    <a:custClr name="Aqua 60 %">
      <a:srgbClr val="8CBFD3"/>
    </a:custClr>
    <a:custClr name="Pigeon 60 %">
      <a:srgbClr val="8BA6AB"/>
    </a:custClr>
    <a:custClr name="empty1">
      <a:srgbClr val="FFFFFF"/>
    </a:custClr>
    <a:custClr name="empty2">
      <a:srgbClr val="FFFFFF"/>
    </a:custClr>
    <a:custClr name="empty3">
      <a:srgbClr val="FFFFFF"/>
    </a:custClr>
    <a:custClr name="Carbon 40 %">
      <a:srgbClr val="C6C6C6"/>
    </a:custClr>
    <a:custClr name="Forest 40 %">
      <a:srgbClr val="95B7AB"/>
    </a:custClr>
    <a:custClr name="Apple 40 %">
      <a:srgbClr val="DCE9C5"/>
    </a:custClr>
    <a:custClr name="Jade 40 %">
      <a:srgbClr val="CDDFCD"/>
    </a:custClr>
    <a:custClr name="Navy 40 %">
      <a:srgbClr val="8DA8BC"/>
    </a:custClr>
    <a:custClr name="Aqua 40 %">
      <a:srgbClr val="B4D4E2"/>
    </a:custClr>
    <a:custClr name="Pigeon 40 %">
      <a:srgbClr val="AFC2C7"/>
    </a:custClr>
    <a:custClr name="Empty">
      <a:srgbClr val="FFFFFF"/>
    </a:custClr>
    <a:custClr name="Empty">
      <a:srgbClr val="FFFFFF"/>
    </a:custClr>
    <a:custClr name="Empty">
      <a:srgbClr val="FFFFFF"/>
    </a:custClr>
    <a:custClr name="Carbon 20 %">
      <a:srgbClr val="E3E3E3"/>
    </a:custClr>
    <a:custClr name="Forest 20 %">
      <a:srgbClr val="C9DAD4"/>
    </a:custClr>
    <a:custClr name="Apple 20 %">
      <a:srgbClr val="EDF4E3"/>
    </a:custClr>
    <a:custClr name="Jade 20 %">
      <a:srgbClr val="E7EFE6"/>
    </a:custClr>
    <a:custClr name="Navy 20 %">
      <a:srgbClr val="C4D1DD"/>
    </a:custClr>
    <a:custClr name="Aqua 20 %">
      <a:srgbClr val="D9E9F1"/>
    </a:custClr>
    <a:custClr name="Pigeon 20 %">
      <a:srgbClr val="D6E0E3"/>
    </a:custClr>
    <a:custClr name="Empty">
      <a:srgbClr val="FFFFFF"/>
    </a:custClr>
    <a:custClr name="Empty">
      <a:srgbClr val="FFFFFF"/>
    </a:custClr>
  </a:custClrLst>
  <a:extLst>
    <a:ext uri="{05A4C25C-085E-4340-85A3-A5531E510DB2}">
      <thm15:themeFamily xmlns:thm15="http://schemas.microsoft.com/office/thememl/2012/main" name="Default Theme.pptx" id="{FDE66662-3856-4F95-B2AB-A433F6464905}" vid="{D278EA60-29E6-4D5F-AA5F-7F6296B98B9B}"/>
    </a:ext>
  </a:extLst>
</a:theme>
</file>

<file path=ppt/theme/theme3.xml><?xml version="1.0" encoding="utf-8"?>
<a:theme xmlns:a="http://schemas.openxmlformats.org/drawingml/2006/main" name="1_Schaeffler Master 2024">
  <a:themeElements>
    <a:clrScheme name="Schaeffler 2024">
      <a:dk1>
        <a:srgbClr val="2C2C2C"/>
      </a:dk1>
      <a:lt1>
        <a:sysClr val="window" lastClr="FFFFFF"/>
      </a:lt1>
      <a:dk2>
        <a:srgbClr val="646464"/>
      </a:dk2>
      <a:lt2>
        <a:srgbClr val="EBEBEB"/>
      </a:lt2>
      <a:accent1>
        <a:srgbClr val="619685"/>
      </a:accent1>
      <a:accent2>
        <a:srgbClr val="AFC2C7"/>
      </a:accent2>
      <a:accent3>
        <a:srgbClr val="67898F"/>
      </a:accent3>
      <a:accent4>
        <a:srgbClr val="B5D384"/>
      </a:accent4>
      <a:accent5>
        <a:srgbClr val="20617C"/>
      </a:accent5>
      <a:accent6>
        <a:srgbClr val="94BF99"/>
      </a:accent6>
      <a:hlink>
        <a:srgbClr val="00893D"/>
      </a:hlink>
      <a:folHlink>
        <a:srgbClr val="00893D"/>
      </a:folHlink>
    </a:clrScheme>
    <a:fontScheme name="Schaeffler Font">
      <a:majorFont>
        <a:latin typeface="Noto Sans"/>
        <a:ea typeface=""/>
        <a:cs typeface=""/>
      </a:majorFont>
      <a:minorFont>
        <a:latin typeface="Noto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EBEBEB"/>
        </a:solidFill>
        <a:ln>
          <a:noFill/>
        </a:ln>
      </a:spPr>
      <a:bodyPr lIns="54000" tIns="72000" rIns="54000" bIns="72000" rtlCol="0" anchor="ctr"/>
      <a:lstStyle>
        <a:defPPr algn="ctr">
          <a:lnSpc>
            <a:spcPct val="120000"/>
          </a:lnSpc>
          <a:spcBef>
            <a:spcPts val="600"/>
          </a:spcBef>
          <a:defRPr sz="1200" dirty="0">
            <a:solidFill>
              <a:schemeClr val="tx1"/>
            </a:solidFill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 cap="rnd">
          <a:solidFill>
            <a:srgbClr val="878787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algn="l">
          <a:lnSpc>
            <a:spcPct val="120000"/>
          </a:lnSpc>
          <a:spcBef>
            <a:spcPts val="600"/>
          </a:spcBef>
          <a:defRPr sz="1200" dirty="0"/>
        </a:defPPr>
      </a:lstStyle>
    </a:txDef>
  </a:objectDefaults>
  <a:extraClrSchemeLst/>
  <a:custClrLst>
    <a:custClr name="Carbon 100 %">
      <a:srgbClr val="646464"/>
    </a:custClr>
    <a:custClr name="Forest 100 %">
      <a:srgbClr val="005E46"/>
    </a:custClr>
    <a:custClr name="Apple 100 %">
      <a:srgbClr val="A1C861"/>
    </a:custClr>
    <a:custClr name="Jade 100 %">
      <a:srgbClr val="73B281"/>
    </a:custClr>
    <a:custClr name="Navy 100 %">
      <a:srgbClr val="00445F"/>
    </a:custClr>
    <a:custClr name="Aqua 100 %">
      <a:srgbClr val="1C98B5"/>
    </a:custClr>
    <a:custClr name="Pigeon 100 %">
      <a:srgbClr val="476E75"/>
    </a:custClr>
    <a:custClr name="empty">
      <a:srgbClr val="FFFFFF"/>
    </a:custClr>
    <a:custClr name="Chili 100%">
      <a:srgbClr val="CB0B15"/>
    </a:custClr>
    <a:custClr name="Honey 100%">
      <a:srgbClr val="E9B300"/>
    </a:custClr>
    <a:custClr name="Carbon 80 %">
      <a:srgbClr val="878787"/>
    </a:custClr>
    <a:custClr name="Forest 80 %">
      <a:srgbClr val="237864"/>
    </a:custClr>
    <a:custClr name="Apple 80 %">
      <a:srgbClr val="B5D384"/>
    </a:custClr>
    <a:custClr name="Jade 80 %">
      <a:srgbClr val="94BF99"/>
    </a:custClr>
    <a:custClr name="Navy 80 %">
      <a:srgbClr val="20617C"/>
    </a:custClr>
    <a:custClr name="Aqua 80 %">
      <a:srgbClr val="60ABC4"/>
    </a:custClr>
    <a:custClr name="Pigeon 80 %">
      <a:srgbClr val="67898F"/>
    </a:custClr>
    <a:custClr name="empty">
      <a:srgbClr val="FFFFFF"/>
    </a:custClr>
    <a:custClr name="Chili 50%">
      <a:srgbClr val="E79278"/>
    </a:custClr>
    <a:custClr name="Honey 50%">
      <a:srgbClr val="F6D890"/>
    </a:custClr>
    <a:custClr name="Carbon 60 %">
      <a:srgbClr val="A8A8A8"/>
    </a:custClr>
    <a:custClr name="Forest 60 %">
      <a:srgbClr val="619685"/>
    </a:custClr>
    <a:custClr name="Apple 60 %">
      <a:srgbClr val="C9DEA5"/>
    </a:custClr>
    <a:custClr name="Jade 60 %">
      <a:srgbClr val="B2CFB3"/>
    </a:custClr>
    <a:custClr name="Navy 60 %">
      <a:srgbClr val="59839B"/>
    </a:custClr>
    <a:custClr name="Aqua 60 %">
      <a:srgbClr val="8CBFD3"/>
    </a:custClr>
    <a:custClr name="Pigeon 60 %">
      <a:srgbClr val="8BA6AB"/>
    </a:custClr>
    <a:custClr name="empty1">
      <a:srgbClr val="FFFFFF"/>
    </a:custClr>
    <a:custClr name="empty2">
      <a:srgbClr val="FFFFFF"/>
    </a:custClr>
    <a:custClr name="empty3">
      <a:srgbClr val="FFFFFF"/>
    </a:custClr>
    <a:custClr name="Carbon 40 %">
      <a:srgbClr val="C6C6C6"/>
    </a:custClr>
    <a:custClr name="Forest 40 %">
      <a:srgbClr val="95B7AB"/>
    </a:custClr>
    <a:custClr name="Apple 40 %">
      <a:srgbClr val="DCE9C5"/>
    </a:custClr>
    <a:custClr name="Jade 40 %">
      <a:srgbClr val="CDDFCD"/>
    </a:custClr>
    <a:custClr name="Navy 40 %">
      <a:srgbClr val="8DA8BC"/>
    </a:custClr>
    <a:custClr name="Aqua 40 %">
      <a:srgbClr val="B4D4E2"/>
    </a:custClr>
    <a:custClr name="Pigeon 40 %">
      <a:srgbClr val="AFC2C7"/>
    </a:custClr>
    <a:custClr name="Empty">
      <a:srgbClr val="FFFFFF"/>
    </a:custClr>
    <a:custClr name="Empty">
      <a:srgbClr val="FFFFFF"/>
    </a:custClr>
    <a:custClr name="Empty">
      <a:srgbClr val="FFFFFF"/>
    </a:custClr>
    <a:custClr name="Carbon 20 %">
      <a:srgbClr val="E3E3E3"/>
    </a:custClr>
    <a:custClr name="Forest 20 %">
      <a:srgbClr val="C9DAD4"/>
    </a:custClr>
    <a:custClr name="Apple 20 %">
      <a:srgbClr val="EDF4E3"/>
    </a:custClr>
    <a:custClr name="Jade 20 %">
      <a:srgbClr val="E7EFE6"/>
    </a:custClr>
    <a:custClr name="Navy 20 %">
      <a:srgbClr val="C4D1DD"/>
    </a:custClr>
    <a:custClr name="Aqua 20 %">
      <a:srgbClr val="D9E9F1"/>
    </a:custClr>
    <a:custClr name="Pigeon 20 %">
      <a:srgbClr val="D6E0E3"/>
    </a:custClr>
    <a:custClr name="Empty">
      <a:srgbClr val="FFFFFF"/>
    </a:custClr>
    <a:custClr name="Empty">
      <a:srgbClr val="FFFFFF"/>
    </a:custClr>
  </a:custClrLst>
  <a:extLst>
    <a:ext uri="{05A4C25C-085E-4340-85A3-A5531E510DB2}">
      <thm15:themeFamily xmlns:thm15="http://schemas.microsoft.com/office/thememl/2012/main" name="Default Theme.pptx" id="{5ECA63A3-2EA5-4510-8B30-D62EBB007205}" vid="{6882AED8-0261-4F31-B5B1-18B75F5145BC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41569415-e423-4898-b1ac-2b6826647c84}" enabled="1" method="Standard" siteId="{39b77101-99b7-41c9-8d6a-7794b9d48476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640</Words>
  <Application>Microsoft Office PowerPoint</Application>
  <PresentationFormat>Widescreen</PresentationFormat>
  <Paragraphs>203</Paragraphs>
  <Slides>4</Slides>
  <Notes>4</Notes>
  <HiddenSlides>0</HiddenSlides>
  <MMClips>0</MMClips>
  <ScaleCrop>false</ScaleCrop>
  <HeadingPairs>
    <vt:vector size="8" baseType="variant">
      <vt:variant>
        <vt:lpstr>Fonts Used</vt:lpstr>
      </vt:variant>
      <vt:variant>
        <vt:i4>9</vt:i4>
      </vt:variant>
      <vt:variant>
        <vt:lpstr>Theme</vt:lpstr>
      </vt:variant>
      <vt:variant>
        <vt:i4>3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7" baseType="lpstr">
      <vt:lpstr>Noto Sans Black</vt:lpstr>
      <vt:lpstr>仿宋</vt:lpstr>
      <vt:lpstr>Aptos</vt:lpstr>
      <vt:lpstr>Aptos Display</vt:lpstr>
      <vt:lpstr>Arial</vt:lpstr>
      <vt:lpstr>Calibri</vt:lpstr>
      <vt:lpstr>Noto Sans</vt:lpstr>
      <vt:lpstr>Symbol</vt:lpstr>
      <vt:lpstr>Vitesco</vt:lpstr>
      <vt:lpstr>Office Theme</vt:lpstr>
      <vt:lpstr>Schaeffler Master 2024</vt:lpstr>
      <vt:lpstr>1_Schaeffler Master 2024</vt:lpstr>
      <vt:lpstr>think-cell Slide</vt:lpstr>
      <vt:lpstr>BU CEC E-Mobility Workshop – other topics individually</vt:lpstr>
      <vt:lpstr>BU CEC Greater China Workshop in Tianjin</vt:lpstr>
      <vt:lpstr>BU CEC E-Mobility Workshop</vt:lpstr>
      <vt:lpstr>Reporting layouts – Table of contents (subcategories)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Cui, Ziwen</dc:creator>
  <cp:lastModifiedBy>Cui, Ziwen</cp:lastModifiedBy>
  <cp:revision>1</cp:revision>
  <dcterms:created xsi:type="dcterms:W3CDTF">2026-05-15T10:00:07Z</dcterms:created>
  <dcterms:modified xsi:type="dcterms:W3CDTF">2026-05-15T10:06:01Z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Locations">
    <vt:lpwstr>Office Theme:8\Schaeffler 2.0:100</vt:lpwstr>
  </property>
  <property fmtid="{D5CDD505-2E9C-101B-9397-08002B2CF9AE}" pid="3" name="ClassificationContentMarkingFooterText">
    <vt:lpwstr>INTERNAL</vt:lpwstr>
  </property>
</Properties>
</file>